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7448E1-C2A3-4423-9029-A5CD3447281A}">
          <p14:sldIdLst>
            <p14:sldId id="256"/>
            <p14:sldId id="258"/>
            <p14:sldId id="259"/>
            <p14:sldId id="260"/>
          </p14:sldIdLst>
        </p14:section>
        <p14:section name="Untitled Section" id="{E332F819-F576-4591-B817-9DE1938680C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87B1C-1399-4FB4-9055-2C109D3096E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434D2-807C-49C6-B002-3F1B6E35C8E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8"/>
            <a:ext cx="4423973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9144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54446" y="4939715"/>
            <a:ext cx="3315023" cy="479458"/>
          </a:xfrm>
        </p:spPr>
        <p:txBody>
          <a:bodyPr anchor="t"/>
          <a:lstStyle>
            <a:lvl1pPr>
              <a:defRPr sz="1050"/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22095" y="4939258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7276" y="5873424"/>
            <a:ext cx="75438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885" y="5718869"/>
            <a:ext cx="4437126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937333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87" y="1012176"/>
            <a:ext cx="8334756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781" y="110365"/>
            <a:ext cx="3957639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42970" y="104650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622" y="2115542"/>
            <a:ext cx="8260253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712369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315468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4572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81290"/>
            <a:ext cx="3490722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48006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4"/>
            <a:ext cx="4418351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7276" y="5873424"/>
            <a:ext cx="75438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2159632"/>
            <a:ext cx="7262622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9165708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33016" y="83125"/>
            <a:ext cx="54864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2184032"/>
            <a:ext cx="6055614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18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82296"/>
            <a:ext cx="6104744" cy="1554480"/>
          </a:xfrm>
        </p:spPr>
        <p:txBody>
          <a:bodyPr anchor="t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6104745" cy="3557904"/>
          </a:xfrm>
        </p:spPr>
        <p:txBody>
          <a:bodyPr>
            <a:normAutofit/>
          </a:bodyPr>
          <a:lstStyle>
            <a:lvl1pPr marL="257175" indent="-257175">
              <a:buFont typeface="+mj-lt"/>
              <a:buAutoNum type="arabicPeriod"/>
              <a:defRPr sz="1050"/>
            </a:lvl1pPr>
            <a:lvl2pPr marL="428625" indent="-257175">
              <a:buFont typeface="+mj-lt"/>
              <a:buAutoNum type="arabicPeriod"/>
              <a:defRPr sz="105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6414384" y="3218512"/>
            <a:ext cx="2668428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2095" y="100702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333196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798" y="621792"/>
            <a:ext cx="4040036" cy="1816898"/>
          </a:xfrm>
        </p:spPr>
        <p:txBody>
          <a:bodyPr anchor="t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2998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2867" y="110365"/>
            <a:ext cx="4011929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2095" y="110365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2866" y="2740228"/>
            <a:ext cx="4429982" cy="4096512"/>
          </a:xfrm>
        </p:spPr>
        <p:txBody>
          <a:bodyPr anchor="b">
            <a:normAutofit/>
          </a:bodyPr>
          <a:lstStyle>
            <a:lvl1pPr marL="257175" indent="-257175">
              <a:buFont typeface="+mj-lt"/>
              <a:buAutoNum type="arabicPeriod"/>
              <a:defRPr sz="1050"/>
            </a:lvl1pPr>
            <a:lvl2pPr marL="428625" indent="-257175">
              <a:buFont typeface="+mj-lt"/>
              <a:buAutoNum type="arabicPeriod"/>
              <a:defRPr sz="105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57692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34" y="987552"/>
            <a:ext cx="4024860" cy="4044508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113" y="100702"/>
            <a:ext cx="4024860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2866" y="100702"/>
            <a:ext cx="2205337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9299" y="100702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2866" y="969264"/>
            <a:ext cx="4002565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3789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22" y="988980"/>
            <a:ext cx="2597159" cy="2942419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113" y="100702"/>
            <a:ext cx="2602668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7876" y="100702"/>
            <a:ext cx="2205337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9299" y="100702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7876" y="967689"/>
            <a:ext cx="5413328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15230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4354" y="612140"/>
            <a:ext cx="4874741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6030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28091" y="2457407"/>
            <a:ext cx="4831004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28092" y="6452991"/>
            <a:ext cx="1476281" cy="365125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37190" y="6452990"/>
            <a:ext cx="321905" cy="365125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377023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345" y="621793"/>
            <a:ext cx="5439533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31817" y="2115404"/>
            <a:ext cx="5419061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211345" y="6492876"/>
            <a:ext cx="1476281" cy="365125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767927" y="6492876"/>
            <a:ext cx="1197150" cy="365125"/>
          </a:xfrm>
        </p:spPr>
        <p:txBody>
          <a:bodyPr anchor="b"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28973" y="6492876"/>
            <a:ext cx="321905" cy="365125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692008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30" y="621793"/>
            <a:ext cx="5439533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7202" y="2115404"/>
            <a:ext cx="5419061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0" y="1"/>
            <a:ext cx="301752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6731" y="6492876"/>
            <a:ext cx="1476281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963313" y="6492876"/>
            <a:ext cx="1197150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524358" y="6492876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97838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61" y="621793"/>
            <a:ext cx="3995013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88963" y="2513110"/>
            <a:ext cx="3995012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31631" y="0"/>
            <a:ext cx="441236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8962" y="6450238"/>
            <a:ext cx="1476281" cy="365125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090465" y="6464980"/>
            <a:ext cx="321905" cy="365125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753661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4" y="621793"/>
            <a:ext cx="3335153" cy="1867629"/>
          </a:xfrm>
        </p:spPr>
        <p:txBody>
          <a:bodyPr anchor="t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56" y="2890729"/>
            <a:ext cx="3336920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2677" y="0"/>
            <a:ext cx="5121323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6714" y="6430477"/>
            <a:ext cx="1476281" cy="379867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422971" y="6430477"/>
            <a:ext cx="321905" cy="379867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897873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300" y="621793"/>
            <a:ext cx="2913410" cy="2280501"/>
          </a:xfrm>
        </p:spPr>
        <p:txBody>
          <a:bodyPr anchor="t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5445457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65641" y="3211512"/>
            <a:ext cx="2913410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37300" y="6456385"/>
            <a:ext cx="1476281" cy="379867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0615" y="6456386"/>
            <a:ext cx="321905" cy="379867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440627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608277"/>
            <a:ext cx="3321525" cy="2620587"/>
          </a:xfrm>
        </p:spPr>
        <p:txBody>
          <a:bodyPr anchor="t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51027" y="3579703"/>
            <a:ext cx="472383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47000" y="6442873"/>
            <a:ext cx="1476281" cy="379867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772780" y="6442873"/>
            <a:ext cx="1721998" cy="379867"/>
          </a:xfrm>
        </p:spPr>
        <p:txBody>
          <a:bodyPr anchor="b"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954" y="6442874"/>
            <a:ext cx="321905" cy="379867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116570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9" y="631711"/>
            <a:ext cx="8274179" cy="1115203"/>
          </a:xfrm>
        </p:spPr>
        <p:txBody>
          <a:bodyPr anchor="t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886" y="2115404"/>
            <a:ext cx="4339988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42867" y="2115403"/>
            <a:ext cx="4015361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4633069" y="6428985"/>
            <a:ext cx="3350872" cy="365125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8195136" y="6421710"/>
            <a:ext cx="463093" cy="365125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923082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11" y="644000"/>
            <a:ext cx="1945913" cy="1877132"/>
          </a:xfrm>
        </p:spPr>
        <p:txBody>
          <a:bodyPr anchor="t" anchorCtr="0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5055" y="2899954"/>
            <a:ext cx="2707814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01637" y="644000"/>
            <a:ext cx="5387309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9445" y="6438285"/>
            <a:ext cx="3957639" cy="365125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42867" y="6432497"/>
            <a:ext cx="1908059" cy="365125"/>
          </a:xfrm>
        </p:spPr>
        <p:txBody>
          <a:bodyPr anchor="b"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24347" y="6438285"/>
            <a:ext cx="321905" cy="365125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552551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4426993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5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40943" y="-156950"/>
            <a:ext cx="4467936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125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2576" y="5852160"/>
            <a:ext cx="75438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2095" y="100702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81745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2340" y="5852160"/>
            <a:ext cx="75438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3102" y="1016759"/>
            <a:ext cx="7562020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4200" b="0" spc="-150" baseline="0"/>
            </a:lvl1pPr>
            <a:lvl2pPr marL="171450" indent="0">
              <a:lnSpc>
                <a:spcPct val="80000"/>
              </a:lnSpc>
              <a:buNone/>
              <a:defRPr sz="4200" b="0" spc="-150" baseline="0"/>
            </a:lvl2pPr>
            <a:lvl3pPr marL="342900" indent="0">
              <a:lnSpc>
                <a:spcPct val="80000"/>
              </a:lnSpc>
              <a:buNone/>
              <a:defRPr sz="4200" b="0" spc="-150" baseline="0"/>
            </a:lvl3pPr>
            <a:lvl4pPr marL="514350" indent="0">
              <a:lnSpc>
                <a:spcPct val="80000"/>
              </a:lnSpc>
              <a:buNone/>
              <a:defRPr sz="4200" b="0" spc="-150" baseline="0"/>
            </a:lvl4pPr>
            <a:lvl5pPr marL="685800" indent="0">
              <a:lnSpc>
                <a:spcPct val="80000"/>
              </a:lnSpc>
              <a:buNone/>
              <a:defRPr sz="4200" b="0" spc="-1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5358666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12510" y="5852160"/>
            <a:ext cx="75438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7"/>
            <a:ext cx="4426993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5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3716" y="95534"/>
            <a:ext cx="6720840" cy="4476466"/>
          </a:xfrm>
        </p:spPr>
        <p:txBody>
          <a:bodyPr anchor="t">
            <a:normAutofit/>
          </a:bodyPr>
          <a:lstStyle>
            <a:lvl1pPr marL="123444" indent="-123444">
              <a:lnSpc>
                <a:spcPct val="80000"/>
              </a:lnSpc>
              <a:spcBef>
                <a:spcPts val="0"/>
              </a:spcBef>
              <a:buNone/>
              <a:defRPr sz="4200" spc="-1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22095" y="110365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644772" y="6392565"/>
            <a:ext cx="2328650" cy="365125"/>
          </a:xfrm>
        </p:spPr>
        <p:txBody>
          <a:bodyPr anchor="b"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632776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987552"/>
            <a:ext cx="2599182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5" y="110365"/>
            <a:ext cx="2606040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36977" y="104577"/>
            <a:ext cx="3627662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36975" y="987552"/>
            <a:ext cx="5585119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36975" y="3931920"/>
            <a:ext cx="5585118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855111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630936"/>
            <a:ext cx="826389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4" y="110365"/>
            <a:ext cx="3957639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2867" y="104577"/>
            <a:ext cx="3627662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764" y="2286001"/>
            <a:ext cx="3888486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7763" y="2980944"/>
            <a:ext cx="3887391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2866" y="2286001"/>
            <a:ext cx="3887391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2866" y="2980944"/>
            <a:ext cx="3887391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92248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" y="644663"/>
            <a:ext cx="8284464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4" y="109729"/>
            <a:ext cx="3957639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3947" y="110365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128073"/>
      </p:ext>
    </p:extLst>
  </p:cSld>
  <p:clrMapOvr>
    <a:masterClrMapping/>
  </p:clrMapOvr>
  <p:hf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2"/>
            <a:ext cx="4423973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63440" y="100702"/>
            <a:ext cx="3999001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2095" y="100702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307124"/>
      </p:ext>
    </p:extLst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45" y="655094"/>
            <a:ext cx="8236807" cy="1528549"/>
          </a:xfrm>
        </p:spPr>
        <p:txBody>
          <a:bodyPr anchor="t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445" y="2497541"/>
            <a:ext cx="8236807" cy="3384645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9445" y="6438285"/>
            <a:ext cx="3957639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42867" y="6432497"/>
            <a:ext cx="1908059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24347" y="6438285"/>
            <a:ext cx="321905" cy="365125"/>
          </a:xfrm>
        </p:spPr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539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62" y="2883090"/>
            <a:ext cx="5806388" cy="1842020"/>
          </a:xfrm>
        </p:spPr>
        <p:txBody>
          <a:bodyPr anchor="b">
            <a:no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680" y="100702"/>
            <a:ext cx="4021293" cy="365125"/>
          </a:xfrm>
        </p:spPr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63441" y="100702"/>
            <a:ext cx="1894523" cy="365125"/>
          </a:xfrm>
        </p:spPr>
        <p:txBody>
          <a:bodyPr/>
          <a:lstStyle/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679" y="4922112"/>
            <a:ext cx="5806388" cy="1279615"/>
          </a:xfrm>
        </p:spPr>
        <p:txBody>
          <a:bodyPr anchor="t">
            <a:noAutofit/>
          </a:bodyPr>
          <a:lstStyle>
            <a:lvl1pPr marL="0" indent="0">
              <a:buNone/>
              <a:defRPr sz="1050"/>
            </a:lvl1pPr>
            <a:lvl2pPr marL="171450" indent="0">
              <a:buNone/>
              <a:defRPr sz="105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2095" y="6392175"/>
            <a:ext cx="321905" cy="365125"/>
          </a:xfrm>
        </p:spPr>
        <p:txBody>
          <a:bodyPr anchor="b"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6340634" y="100701"/>
            <a:ext cx="2668428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086599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BC37-64A5-474E-9E65-1F0D30ACE715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920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BC37-64A5-474E-9E65-1F0D30ACE715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BC37-64A5-474E-9E65-1F0D30ACE715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3.jpe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644663"/>
            <a:ext cx="9001194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42867" y="104577"/>
            <a:ext cx="362766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fld id="{7874681A-B714-42D8-A82B-0831C3307D51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76" y="110365"/>
            <a:ext cx="395763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2095" y="110365"/>
            <a:ext cx="32190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2"/>
            <a:ext cx="9001194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00142-20EF-CD76-8345-103DABD630C7}"/>
              </a:ext>
            </a:extLst>
          </p:cNvPr>
          <p:cNvSpPr/>
          <p:nvPr userDrawn="1"/>
        </p:nvSpPr>
        <p:spPr>
          <a:xfrm>
            <a:off x="0" y="639157"/>
            <a:ext cx="9144000" cy="6210670"/>
          </a:xfrm>
          <a:prstGeom prst="rect">
            <a:avLst/>
          </a:prstGeom>
          <a:blipFill dpi="0" rotWithShape="1">
            <a:blip r:embed="rId32">
              <a:extLst>
                <a:ext uri="{BEBA8EAE-BF5A-486C-A8C5-ECC9F3942E4B}">
                  <a14:imgProps xmlns:a14="http://schemas.microsoft.com/office/drawing/2010/main">
                    <a14:imgLayer r:embed="rId33">
                      <a14:imgEffect>
                        <a14:brightnessContrast bright="6000" contrast="32000"/>
                      </a14:imgEffect>
                      <a14:imgEffect>
                        <a14:saturation sat="0"/>
                      </a14:imgEffect>
                      <a14:imgEffect>
                        <a14:sharpenSoften amount="2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effectLst>
            <a:glow>
              <a:schemeClr val="accent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C6866-169D-418C-42E5-E7327A5148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-26713"/>
            <a:ext cx="9144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804030504040204" pitchFamily="34" charset="0"/>
                <a:cs typeface="Arial" panose="020B0604020202090204" pitchFamily="34" charset="0"/>
              </a:defRPr>
            </a:lvl9pPr>
          </a:lstStyle>
          <a:p>
            <a:pPr algn="ctr">
              <a:spcAft>
                <a:spcPts val="200"/>
              </a:spcAft>
              <a:defRPr/>
            </a:pPr>
            <a:r>
              <a:rPr lang="en-US" sz="3600" b="1" dirty="0">
                <a:ln w="10541" cmpd="sng">
                  <a:solidFill>
                    <a:srgbClr val="5B9BD5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Lucida Sans" pitchFamily="34" charset="0"/>
              </a:rPr>
              <a:t>BMS</a:t>
            </a:r>
            <a:r>
              <a:rPr lang="en-US" sz="2700" b="1" dirty="0">
                <a:ln w="10541" cmpd="sng">
                  <a:solidFill>
                    <a:srgbClr val="5B9BD5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Lucida Sans" pitchFamily="34" charset="0"/>
              </a:rPr>
              <a:t> </a:t>
            </a:r>
            <a:r>
              <a:rPr lang="en-US" sz="2000" b="1" dirty="0">
                <a:ln w="10541" cmpd="sng">
                  <a:solidFill>
                    <a:srgbClr val="5B9BD5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002060"/>
                </a:solidFill>
                <a:latin typeface="Lucida Sans" pitchFamily="34" charset="0"/>
              </a:rPr>
              <a:t>INSTITUTE OF TECHNOLOGY AND MANAGEMENT</a:t>
            </a:r>
            <a:endParaRPr lang="en-US" b="1" dirty="0">
              <a:ln w="10541" cmpd="sng">
                <a:solidFill>
                  <a:srgbClr val="5B9BD5">
                    <a:shade val="88000"/>
                    <a:satMod val="110000"/>
                  </a:srgbClr>
                </a:solidFill>
                <a:prstDash val="solid"/>
              </a:ln>
              <a:solidFill>
                <a:srgbClr val="002060"/>
              </a:solidFill>
              <a:latin typeface="Lucida Sans" pitchFamily="34" charset="0"/>
            </a:endParaRPr>
          </a:p>
        </p:txBody>
      </p:sp>
      <p:pic>
        <p:nvPicPr>
          <p:cNvPr id="9" name="Picture 8" descr="C:\Users\Placement\Downloads\Logos\BMSIT LOGO Sept 2015.jpg">
            <a:extLst>
              <a:ext uri="{FF2B5EF4-FFF2-40B4-BE49-F238E27FC236}">
                <a16:creationId xmlns:a16="http://schemas.microsoft.com/office/drawing/2014/main" id="{7F75364C-D5A6-2B6E-FA9F-0DEB716F6C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8" y="17783"/>
            <a:ext cx="628128" cy="57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Image result for india">
            <a:extLst>
              <a:ext uri="{FF2B5EF4-FFF2-40B4-BE49-F238E27FC236}">
                <a16:creationId xmlns:a16="http://schemas.microsoft.com/office/drawing/2014/main" id="{D44BC56D-C7FE-8A1B-8A3B-A86714D1EF5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3" r="16352" b="17179"/>
          <a:stretch>
            <a:fillRect/>
          </a:stretch>
        </p:blipFill>
        <p:spPr bwMode="auto">
          <a:xfrm>
            <a:off x="8503509" y="103921"/>
            <a:ext cx="461587" cy="48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71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661" r:id="rId29"/>
    <p:sldLayoutId id="2147483662" r:id="rId30"/>
  </p:sldLayoutIdLst>
  <p:hf hdr="0" ftr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4200" b="0" i="0" kern="1200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80000"/>
        </a:lnSpc>
        <a:spcBef>
          <a:spcPts val="750"/>
        </a:spcBef>
        <a:buFont typeface="Arial" panose="020B0604020202020204" pitchFamily="34" charset="0"/>
        <a:buNone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80000"/>
        </a:lnSpc>
        <a:spcBef>
          <a:spcPts val="750"/>
        </a:spcBef>
        <a:buFont typeface="Arial" panose="020B0604020202020204" pitchFamily="34" charset="0"/>
        <a:buNone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80000"/>
        </a:lnSpc>
        <a:spcBef>
          <a:spcPts val="750"/>
        </a:spcBef>
        <a:buFont typeface="Arial" panose="020B0604020202020204" pitchFamily="34" charset="0"/>
        <a:buNone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80000"/>
        </a:lnSpc>
        <a:spcBef>
          <a:spcPts val="750"/>
        </a:spcBef>
        <a:buFont typeface="Arial" panose="020B0604020202020204" pitchFamily="34" charset="0"/>
        <a:buNone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80000"/>
        </a:lnSpc>
        <a:spcBef>
          <a:spcPts val="750"/>
        </a:spcBef>
        <a:buFont typeface="Arial" panose="020B0604020202020204" pitchFamily="34" charset="0"/>
        <a:buNone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75B8-16FE-459E-8FEE-76CC5E9BA9CF}" type="datetime1">
              <a:rPr lang="en-IN" smtClean="0">
                <a:solidFill>
                  <a:prstClr val="black">
                    <a:tint val="75000"/>
                  </a:prst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fld>
            <a:endParaRPr lang="en-IN">
              <a:solidFill>
                <a:prstClr val="black">
                  <a:tint val="75000"/>
                </a:prst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067" y="3204422"/>
            <a:ext cx="8322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015" y="897467"/>
            <a:ext cx="8707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BCS701 (Information and Network Security)</a:t>
            </a:r>
            <a:endParaRPr lang="en-I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Open Sans" panose="020B0606030504020204" pitchFamily="34" charset="0"/>
              <a:cs typeface="Times New Roman" panose="02020503050405090304" pitchFamily="18" charset="0"/>
            </a:endParaRPr>
          </a:p>
          <a:p>
            <a:pPr algn="ctr"/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Open Sans" panose="020B0606030504020204" pitchFamily="34" charset="0"/>
              <a:cs typeface="Times New Roman" panose="02020503050405090304" pitchFamily="18" charset="0"/>
            </a:endParaRPr>
          </a:p>
          <a:p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5F17E-FF89-96F9-B21D-14F8510FE325}"/>
              </a:ext>
            </a:extLst>
          </p:cNvPr>
          <p:cNvSpPr txBox="1"/>
          <p:nvPr/>
        </p:nvSpPr>
        <p:spPr>
          <a:xfrm>
            <a:off x="2272107" y="3869776"/>
            <a:ext cx="4585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Under the guidance of</a:t>
            </a:r>
            <a:endParaRPr lang="en-IN" sz="1600" b="1" dirty="0">
              <a:latin typeface="Times New Roman" panose="02020503050405090304" pitchFamily="18" charset="0"/>
              <a:ea typeface="Open Sans" panose="020B0606030504020204" pitchFamily="34" charset="0"/>
              <a:cs typeface="Times New Roman" panose="0202050305040509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F88FB-6552-969E-6263-9F680DDAE8DC}"/>
              </a:ext>
            </a:extLst>
          </p:cNvPr>
          <p:cNvSpPr txBox="1"/>
          <p:nvPr/>
        </p:nvSpPr>
        <p:spPr>
          <a:xfrm>
            <a:off x="1237869" y="1647886"/>
            <a:ext cx="6668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Application</a:t>
            </a:r>
            <a:r>
              <a:rPr lang="en-I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 </a:t>
            </a:r>
            <a:r>
              <a:rPr lang="en-US" altLang="en-I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Development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EDA3D-ED62-9570-6D9B-67B6930F72BF}"/>
              </a:ext>
            </a:extLst>
          </p:cNvPr>
          <p:cNvSpPr txBox="1"/>
          <p:nvPr/>
        </p:nvSpPr>
        <p:spPr>
          <a:xfrm>
            <a:off x="2279142" y="2294217"/>
            <a:ext cx="4585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Application </a:t>
            </a: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Open Sans" panose="020B0606030504020204" pitchFamily="34" charset="0"/>
                <a:cs typeface="Times New Roman" panose="02020503050405090304" pitchFamily="18" charset="0"/>
              </a:rPr>
              <a:t>Title: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0164-0102-408C-A95F-BA5869EBAB0A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t>08-09-2026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E0E1-5C16-469C-80A6-45E1950F1503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2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-448313" y="862870"/>
            <a:ext cx="3799268" cy="4893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n w="10541" cmpd="sng">
                  <a:solidFill>
                    <a:srgbClr val="5B9BD5">
                      <a:shade val="88000"/>
                      <a:satMod val="110000"/>
                    </a:srgbClr>
                  </a:solidFill>
                  <a:prstDash val="solid"/>
                </a:ln>
                <a:latin typeface="Times New Roman" panose="02020503050405090304" pitchFamily="18" charset="0"/>
                <a:ea typeface="MS Mincho" pitchFamily="49" charset="-128"/>
                <a:cs typeface="Times New Roman" panose="02020503050405090304" pitchFamily="18" charset="0"/>
              </a:rPr>
              <a:t>Content</a:t>
            </a:r>
            <a:r>
              <a:rPr lang="en-US" b="1" dirty="0">
                <a:ln w="10541" cmpd="sng">
                  <a:solidFill>
                    <a:srgbClr val="5B9BD5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Cambria" pitchFamily="18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F47DD-C739-1403-D772-26C292EF6574}"/>
              </a:ext>
            </a:extLst>
          </p:cNvPr>
          <p:cNvSpPr txBox="1"/>
          <p:nvPr/>
        </p:nvSpPr>
        <p:spPr>
          <a:xfrm>
            <a:off x="1204722" y="1653707"/>
            <a:ext cx="63299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application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: (IEEE format)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561453"/>
            <a:ext cx="2133600" cy="227965"/>
          </a:xfrm>
        </p:spPr>
        <p:txBody>
          <a:bodyPr/>
          <a:lstStyle/>
          <a:p>
            <a:fld id="{32601AF0-D8BA-4D5A-B7C0-9D75EC9DB88D}" type="datetime1">
              <a:rPr lang="en-IN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08-09-2026</a:t>
            </a:fld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10400" y="6552943"/>
            <a:ext cx="2133600" cy="296544"/>
          </a:xfrm>
        </p:spPr>
        <p:txBody>
          <a:bodyPr/>
          <a:lstStyle/>
          <a:p>
            <a:fld id="{58CAE0E1-5C16-469C-80A6-45E1950F1503}" type="slidenum">
              <a:rPr lang="en-IN" sz="1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91412-9B13-7D78-ED95-9B97E0CE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19CE7-475E-CA44-BBCA-E7539B10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61453"/>
            <a:ext cx="2133600" cy="227965"/>
          </a:xfrm>
        </p:spPr>
        <p:txBody>
          <a:bodyPr/>
          <a:lstStyle/>
          <a:p>
            <a:fld id="{32601AF0-D8BA-4D5A-B7C0-9D75EC9DB88D}" type="datetime1">
              <a:rPr lang="en-IN" sz="1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08-09-2026</a:t>
            </a:fld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CFC54-472D-C7B9-CA87-C731A61C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552943"/>
            <a:ext cx="2133600" cy="296544"/>
          </a:xfrm>
        </p:spPr>
        <p:txBody>
          <a:bodyPr/>
          <a:lstStyle/>
          <a:p>
            <a:fld id="{58CAE0E1-5C16-469C-80A6-45E1950F1503}" type="slidenum">
              <a:rPr lang="en-IN" sz="1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052548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</TotalTime>
  <Words>50</Words>
  <Application>Microsoft Office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Cambria</vt:lpstr>
      <vt:lpstr>Lucida Sans</vt:lpstr>
      <vt:lpstr>Neue Haas Grotesk Text Pro</vt:lpstr>
      <vt:lpstr>Times New Roman</vt:lpstr>
      <vt:lpstr>Wingdings</vt:lpstr>
      <vt:lpstr>Axis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</dc:creator>
  <cp:lastModifiedBy>FACULTY 3</cp:lastModifiedBy>
  <cp:revision>30</cp:revision>
  <dcterms:created xsi:type="dcterms:W3CDTF">2025-10-24T06:15:58Z</dcterms:created>
  <dcterms:modified xsi:type="dcterms:W3CDTF">2026-09-08T06:27:48Z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6B284E3421846AF5F518FB68502C439A_43</vt:lpwstr>
  </property>
  <property fmtid="{D5CDD505-2E9C-101B-9397-08002B2CF9AE}" pid="3" name="KSOProductBuildVer">
    <vt:lpwstr>1033-6.15.0.8733</vt:lpwstr>
  </property>
</Properties>
</file>